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9" r:id="rId2"/>
    <p:sldId id="262" r:id="rId3"/>
    <p:sldId id="263" r:id="rId4"/>
    <p:sldId id="265" r:id="rId5"/>
    <p:sldId id="266" r:id="rId6"/>
    <p:sldId id="268" r:id="rId7"/>
    <p:sldId id="267" r:id="rId8"/>
    <p:sldId id="280" r:id="rId9"/>
    <p:sldId id="281" r:id="rId10"/>
    <p:sldId id="269" r:id="rId11"/>
    <p:sldId id="270" r:id="rId12"/>
    <p:sldId id="271" r:id="rId13"/>
    <p:sldId id="272" r:id="rId14"/>
    <p:sldId id="273" r:id="rId15"/>
    <p:sldId id="274" r:id="rId16"/>
    <p:sldId id="279" r:id="rId17"/>
    <p:sldId id="28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256A2"/>
    <a:srgbClr val="EC6147"/>
    <a:srgbClr val="FD2120"/>
    <a:srgbClr val="25BDC7"/>
    <a:srgbClr val="29A1FE"/>
    <a:srgbClr val="5B9BD5"/>
    <a:srgbClr val="F6AF2F"/>
    <a:srgbClr val="1B7B95"/>
    <a:srgbClr val="92CF2A"/>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4660"/>
  </p:normalViewPr>
  <p:slideViewPr>
    <p:cSldViewPr snapToGrid="0">
      <p:cViewPr varScale="1">
        <p:scale>
          <a:sx n="82" d="100"/>
          <a:sy n="82" d="100"/>
        </p:scale>
        <p:origin x="581"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2F4CDB-A4FA-48A0-85E6-6AFF88DDE120}" type="datetimeFigureOut">
              <a:rPr lang="en-IN" smtClean="0"/>
              <a:pPr/>
              <a:t>29-10-2025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679CED-457D-477B-BC83-7BBB18D64B3D}" type="slidenum">
              <a:rPr lang="en-IN" smtClean="0"/>
              <a:pPr/>
              <a:t>‹#›</a:t>
            </a:fld>
            <a:endParaRPr lang="en-IN"/>
          </a:p>
        </p:txBody>
      </p:sp>
    </p:spTree>
    <p:extLst>
      <p:ext uri="{BB962C8B-B14F-4D97-AF65-F5344CB8AC3E}">
        <p14:creationId xmlns:p14="http://schemas.microsoft.com/office/powerpoint/2010/main" val="1562112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5679CED-457D-477B-BC83-7BBB18D64B3D}" type="slidenum">
              <a:rPr lang="en-IN" smtClean="0"/>
              <a:pPr/>
              <a:t>6</a:t>
            </a:fld>
            <a:endParaRPr lang="en-IN"/>
          </a:p>
        </p:txBody>
      </p:sp>
    </p:spTree>
    <p:extLst>
      <p:ext uri="{BB962C8B-B14F-4D97-AF65-F5344CB8AC3E}">
        <p14:creationId xmlns:p14="http://schemas.microsoft.com/office/powerpoint/2010/main" val="29337407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C90CE33C-1F47-4E87-9DB8-7FDC1D608A64}" type="datetimeFigureOut">
              <a:rPr lang="en-IN" smtClean="0"/>
              <a:pPr/>
              <a:t>29-10-2025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CAD2CE-2063-4636-BBDF-77A9EE020B97}" type="slidenum">
              <a:rPr lang="en-IN" smtClean="0"/>
              <a:pPr/>
              <a:t>‹#›</a:t>
            </a:fld>
            <a:endParaRPr lang="en-IN"/>
          </a:p>
        </p:txBody>
      </p:sp>
    </p:spTree>
    <p:extLst>
      <p:ext uri="{BB962C8B-B14F-4D97-AF65-F5344CB8AC3E}">
        <p14:creationId xmlns:p14="http://schemas.microsoft.com/office/powerpoint/2010/main" val="20960921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90CE33C-1F47-4E87-9DB8-7FDC1D608A64}" type="datetimeFigureOut">
              <a:rPr lang="en-IN" smtClean="0"/>
              <a:pPr/>
              <a:t>29-10-2025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CAD2CE-2063-4636-BBDF-77A9EE020B97}" type="slidenum">
              <a:rPr lang="en-IN" smtClean="0"/>
              <a:pPr/>
              <a:t>‹#›</a:t>
            </a:fld>
            <a:endParaRPr lang="en-IN"/>
          </a:p>
        </p:txBody>
      </p:sp>
    </p:spTree>
    <p:extLst>
      <p:ext uri="{BB962C8B-B14F-4D97-AF65-F5344CB8AC3E}">
        <p14:creationId xmlns:p14="http://schemas.microsoft.com/office/powerpoint/2010/main" val="38423763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0CE33C-1F47-4E87-9DB8-7FDC1D608A64}" type="datetimeFigureOut">
              <a:rPr lang="en-IN" smtClean="0"/>
              <a:pPr/>
              <a:t>29-10-2025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CAD2CE-2063-4636-BBDF-77A9EE020B97}" type="slidenum">
              <a:rPr lang="en-IN" smtClean="0"/>
              <a:pPr/>
              <a:t>‹#›</a:t>
            </a:fld>
            <a:endParaRPr lang="en-IN"/>
          </a:p>
        </p:txBody>
      </p:sp>
    </p:spTree>
    <p:extLst>
      <p:ext uri="{BB962C8B-B14F-4D97-AF65-F5344CB8AC3E}">
        <p14:creationId xmlns:p14="http://schemas.microsoft.com/office/powerpoint/2010/main" val="20449385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C90CE33C-1F47-4E87-9DB8-7FDC1D608A64}" type="datetimeFigureOut">
              <a:rPr lang="en-IN" smtClean="0"/>
              <a:pPr/>
              <a:t>29-10-2025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CAD2CE-2063-4636-BBDF-77A9EE020B97}" type="slidenum">
              <a:rPr lang="en-IN" smtClean="0"/>
              <a:pPr/>
              <a:t>‹#›</a:t>
            </a:fld>
            <a:endParaRPr lang="en-IN"/>
          </a:p>
        </p:txBody>
      </p:sp>
    </p:spTree>
    <p:extLst>
      <p:ext uri="{BB962C8B-B14F-4D97-AF65-F5344CB8AC3E}">
        <p14:creationId xmlns:p14="http://schemas.microsoft.com/office/powerpoint/2010/main" val="26100805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C90CE33C-1F47-4E87-9DB8-7FDC1D608A64}" type="datetimeFigureOut">
              <a:rPr lang="en-IN" smtClean="0"/>
              <a:pPr/>
              <a:t>29-10-2025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4CAD2CE-2063-4636-BBDF-77A9EE020B97}" type="slidenum">
              <a:rPr lang="en-IN" smtClean="0"/>
              <a:pPr/>
              <a:t>‹#›</a:t>
            </a:fld>
            <a:endParaRPr lang="en-IN"/>
          </a:p>
        </p:txBody>
      </p:sp>
    </p:spTree>
    <p:extLst>
      <p:ext uri="{BB962C8B-B14F-4D97-AF65-F5344CB8AC3E}">
        <p14:creationId xmlns:p14="http://schemas.microsoft.com/office/powerpoint/2010/main" val="2482231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C90CE33C-1F47-4E87-9DB8-7FDC1D608A64}" type="datetimeFigureOut">
              <a:rPr lang="en-IN" smtClean="0"/>
              <a:pPr/>
              <a:t>29-10-2025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4CAD2CE-2063-4636-BBDF-77A9EE020B97}" type="slidenum">
              <a:rPr lang="en-IN" smtClean="0"/>
              <a:pPr/>
              <a:t>‹#›</a:t>
            </a:fld>
            <a:endParaRPr lang="en-IN"/>
          </a:p>
        </p:txBody>
      </p:sp>
    </p:spTree>
    <p:extLst>
      <p:ext uri="{BB962C8B-B14F-4D97-AF65-F5344CB8AC3E}">
        <p14:creationId xmlns:p14="http://schemas.microsoft.com/office/powerpoint/2010/main" val="3139793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0CE33C-1F47-4E87-9DB8-7FDC1D608A64}" type="datetimeFigureOut">
              <a:rPr lang="en-IN" smtClean="0"/>
              <a:pPr/>
              <a:t>29-10-2025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4CAD2CE-2063-4636-BBDF-77A9EE020B97}" type="slidenum">
              <a:rPr lang="en-IN" smtClean="0"/>
              <a:pPr/>
              <a:t>‹#›</a:t>
            </a:fld>
            <a:endParaRPr lang="en-IN"/>
          </a:p>
        </p:txBody>
      </p:sp>
    </p:spTree>
    <p:extLst>
      <p:ext uri="{BB962C8B-B14F-4D97-AF65-F5344CB8AC3E}">
        <p14:creationId xmlns:p14="http://schemas.microsoft.com/office/powerpoint/2010/main" val="357206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0CE33C-1F47-4E87-9DB8-7FDC1D608A64}" type="datetimeFigureOut">
              <a:rPr lang="en-IN" smtClean="0"/>
              <a:pPr/>
              <a:t>29-10-2025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CAD2CE-2063-4636-BBDF-77A9EE020B97}" type="slidenum">
              <a:rPr lang="en-IN" smtClean="0"/>
              <a:pPr/>
              <a:t>‹#›</a:t>
            </a:fld>
            <a:endParaRPr lang="en-IN"/>
          </a:p>
        </p:txBody>
      </p:sp>
    </p:spTree>
    <p:extLst>
      <p:ext uri="{BB962C8B-B14F-4D97-AF65-F5344CB8AC3E}">
        <p14:creationId xmlns:p14="http://schemas.microsoft.com/office/powerpoint/2010/main" val="3020780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0CE33C-1F47-4E87-9DB8-7FDC1D608A64}" type="datetimeFigureOut">
              <a:rPr lang="en-IN" smtClean="0"/>
              <a:pPr/>
              <a:t>29-10-2025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CAD2CE-2063-4636-BBDF-77A9EE020B97}" type="slidenum">
              <a:rPr lang="en-IN" smtClean="0"/>
              <a:pPr/>
              <a:t>‹#›</a:t>
            </a:fld>
            <a:endParaRPr lang="en-IN"/>
          </a:p>
        </p:txBody>
      </p:sp>
    </p:spTree>
    <p:extLst>
      <p:ext uri="{BB962C8B-B14F-4D97-AF65-F5344CB8AC3E}">
        <p14:creationId xmlns:p14="http://schemas.microsoft.com/office/powerpoint/2010/main" val="8124441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90CE33C-1F47-4E87-9DB8-7FDC1D608A64}" type="datetimeFigureOut">
              <a:rPr lang="en-IN" smtClean="0"/>
              <a:pPr/>
              <a:t>29-10-2025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CAD2CE-2063-4636-BBDF-77A9EE020B97}" type="slidenum">
              <a:rPr lang="en-IN" smtClean="0"/>
              <a:pPr/>
              <a:t>‹#›</a:t>
            </a:fld>
            <a:endParaRPr lang="en-IN"/>
          </a:p>
        </p:txBody>
      </p:sp>
    </p:spTree>
    <p:extLst>
      <p:ext uri="{BB962C8B-B14F-4D97-AF65-F5344CB8AC3E}">
        <p14:creationId xmlns:p14="http://schemas.microsoft.com/office/powerpoint/2010/main" val="20566301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90CE33C-1F47-4E87-9DB8-7FDC1D608A64}" type="datetimeFigureOut">
              <a:rPr lang="en-IN" smtClean="0"/>
              <a:pPr/>
              <a:t>29-10-2025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CAD2CE-2063-4636-BBDF-77A9EE020B97}" type="slidenum">
              <a:rPr lang="en-IN" smtClean="0"/>
              <a:pPr/>
              <a:t>‹#›</a:t>
            </a:fld>
            <a:endParaRPr lang="en-IN"/>
          </a:p>
        </p:txBody>
      </p:sp>
    </p:spTree>
    <p:extLst>
      <p:ext uri="{BB962C8B-B14F-4D97-AF65-F5344CB8AC3E}">
        <p14:creationId xmlns:p14="http://schemas.microsoft.com/office/powerpoint/2010/main" val="15686695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Image Layout">
    <p:spTree>
      <p:nvGrpSpPr>
        <p:cNvPr id="1" name=""/>
        <p:cNvGrpSpPr/>
        <p:nvPr/>
      </p:nvGrpSpPr>
      <p:grpSpPr>
        <a:xfrm>
          <a:off x="0" y="0"/>
          <a:ext cx="0" cy="0"/>
          <a:chOff x="0" y="0"/>
          <a:chExt cx="0" cy="0"/>
        </a:xfrm>
      </p:grpSpPr>
      <p:sp>
        <p:nvSpPr>
          <p:cNvPr id="51" name="Picture Placeholder 18">
            <a:extLst>
              <a:ext uri="{FF2B5EF4-FFF2-40B4-BE49-F238E27FC236}">
                <a16:creationId xmlns:a16="http://schemas.microsoft.com/office/drawing/2014/main" id="{11224CB0-F9E0-437C-86B4-895C27988953}"/>
              </a:ext>
            </a:extLst>
          </p:cNvPr>
          <p:cNvSpPr>
            <a:spLocks noGrp="1"/>
          </p:cNvSpPr>
          <p:nvPr>
            <p:ph type="pic" idx="12" hasCustomPrompt="1"/>
          </p:nvPr>
        </p:nvSpPr>
        <p:spPr>
          <a:xfrm>
            <a:off x="6480636" y="1431517"/>
            <a:ext cx="3994966" cy="3994966"/>
          </a:xfrm>
          <a:custGeom>
            <a:avLst/>
            <a:gdLst>
              <a:gd name="connsiteX0" fmla="*/ 1550269 w 3100540"/>
              <a:gd name="connsiteY0" fmla="*/ 0 h 3100540"/>
              <a:gd name="connsiteX1" fmla="*/ 1677815 w 3100540"/>
              <a:gd name="connsiteY1" fmla="*/ 52831 h 3100540"/>
              <a:gd name="connsiteX2" fmla="*/ 3047709 w 3100540"/>
              <a:gd name="connsiteY2" fmla="*/ 1422726 h 3100540"/>
              <a:gd name="connsiteX3" fmla="*/ 3047709 w 3100540"/>
              <a:gd name="connsiteY3" fmla="*/ 1677816 h 3100540"/>
              <a:gd name="connsiteX4" fmla="*/ 1677816 w 3100540"/>
              <a:gd name="connsiteY4" fmla="*/ 3047709 h 3100540"/>
              <a:gd name="connsiteX5" fmla="*/ 1422726 w 3100540"/>
              <a:gd name="connsiteY5" fmla="*/ 3047709 h 3100540"/>
              <a:gd name="connsiteX6" fmla="*/ 52831 w 3100540"/>
              <a:gd name="connsiteY6" fmla="*/ 1677814 h 3100540"/>
              <a:gd name="connsiteX7" fmla="*/ 52831 w 3100540"/>
              <a:gd name="connsiteY7" fmla="*/ 1422724 h 3100540"/>
              <a:gd name="connsiteX8" fmla="*/ 1422724 w 3100540"/>
              <a:gd name="connsiteY8" fmla="*/ 52831 h 3100540"/>
              <a:gd name="connsiteX9" fmla="*/ 1550269 w 3100540"/>
              <a:gd name="connsiteY9" fmla="*/ 0 h 3100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00540" h="3100540">
                <a:moveTo>
                  <a:pt x="1550269" y="0"/>
                </a:moveTo>
                <a:cubicBezTo>
                  <a:pt x="1596432" y="0"/>
                  <a:pt x="1642594" y="17610"/>
                  <a:pt x="1677815" y="52831"/>
                </a:cubicBezTo>
                <a:lnTo>
                  <a:pt x="3047709" y="1422726"/>
                </a:lnTo>
                <a:cubicBezTo>
                  <a:pt x="3118151" y="1493167"/>
                  <a:pt x="3118151" y="1607375"/>
                  <a:pt x="3047709" y="1677816"/>
                </a:cubicBezTo>
                <a:lnTo>
                  <a:pt x="1677816" y="3047709"/>
                </a:lnTo>
                <a:cubicBezTo>
                  <a:pt x="1607375" y="3118151"/>
                  <a:pt x="1493167" y="3118151"/>
                  <a:pt x="1422726" y="3047709"/>
                </a:cubicBezTo>
                <a:lnTo>
                  <a:pt x="52831" y="1677814"/>
                </a:lnTo>
                <a:cubicBezTo>
                  <a:pt x="-17610" y="1607373"/>
                  <a:pt x="-17610" y="1493166"/>
                  <a:pt x="52831" y="1422724"/>
                </a:cubicBezTo>
                <a:lnTo>
                  <a:pt x="1422724" y="52831"/>
                </a:lnTo>
                <a:cubicBezTo>
                  <a:pt x="1457945" y="17610"/>
                  <a:pt x="1504107" y="0"/>
                  <a:pt x="1550269" y="0"/>
                </a:cubicBezTo>
                <a:close/>
              </a:path>
            </a:pathLst>
          </a:custGeom>
          <a:solidFill>
            <a:schemeClr val="bg1">
              <a:lumMod val="95000"/>
            </a:schemeClr>
          </a:solidFill>
          <a:ln w="50800">
            <a:noFill/>
          </a:ln>
        </p:spPr>
        <p:txBody>
          <a:bodyPr wrap="square" anchor="ctr">
            <a:noAutofit/>
          </a:bodyPr>
          <a:lstStyle>
            <a:lvl1pPr marL="0" indent="0" algn="ctr">
              <a:buNone/>
              <a:defRPr sz="1200" baseline="0">
                <a:latin typeface="Arial" pitchFamily="34" charset="0"/>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353268453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84358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0CE33C-1F47-4E87-9DB8-7FDC1D608A64}" type="datetimeFigureOut">
              <a:rPr lang="en-IN" smtClean="0"/>
              <a:pPr/>
              <a:t>29-10-2025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CAD2CE-2063-4636-BBDF-77A9EE020B97}" type="slidenum">
              <a:rPr lang="en-IN" smtClean="0"/>
              <a:pPr/>
              <a:t>‹#›</a:t>
            </a:fld>
            <a:endParaRPr lang="en-IN"/>
          </a:p>
        </p:txBody>
      </p:sp>
    </p:spTree>
    <p:extLst>
      <p:ext uri="{BB962C8B-B14F-4D97-AF65-F5344CB8AC3E}">
        <p14:creationId xmlns:p14="http://schemas.microsoft.com/office/powerpoint/2010/main" val="36708535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github.com/Abs6187/Helmet-Detection" TargetMode="External"/><Relationship Id="rId2" Type="http://schemas.openxmlformats.org/officeDocument/2006/relationships/hyperlink" Target="https://huggingface.co/spaces/Abs6187/Helmet_Detection_OCR_ANPR" TargetMode="External"/><Relationship Id="rId1" Type="http://schemas.openxmlformats.org/officeDocument/2006/relationships/slideLayout" Target="../slideLayouts/slideLayout12.xml"/><Relationship Id="rId6" Type="http://schemas.openxmlformats.org/officeDocument/2006/relationships/hyperlink" Target="https://drive.google.com/file/d/1-QIb2jTrS--Q92_T4qOHL3HVOQYNnTyY/view?usp=sharing" TargetMode="Externa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13.xml"/><Relationship Id="rId6" Type="http://schemas.openxmlformats.org/officeDocument/2006/relationships/hyperlink" Target="https://github.com/Abs6187/Helmet-Detection" TargetMode="External"/><Relationship Id="rId5" Type="http://schemas.openxmlformats.org/officeDocument/2006/relationships/hyperlink" Target="https://huggingface.co/spaces/Abs6187/Helmet_Detection_OCR_ANPR" TargetMode="External"/><Relationship Id="rId4" Type="http://schemas.openxmlformats.org/officeDocument/2006/relationships/hyperlink" Target="https://drive.google.com/file/d/1-QIb2jTrS--Q92_T4qOHL3HVOQYNnTyY/view?usp=sharing"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drive.google.com/file/d/1-QIb2jTrS--Q92_T4qOHL3HVOQYNnTyY/view?usp=sharing" TargetMode="External"/><Relationship Id="rId2" Type="http://schemas.openxmlformats.org/officeDocument/2006/relationships/image" Target="../media/image6.png"/><Relationship Id="rId1" Type="http://schemas.openxmlformats.org/officeDocument/2006/relationships/slideLayout" Target="../slideLayouts/slideLayout13.xml"/><Relationship Id="rId5" Type="http://schemas.openxmlformats.org/officeDocument/2006/relationships/hyperlink" Target="https://github.com/Abs6187/Helmet-Detection" TargetMode="External"/><Relationship Id="rId4" Type="http://schemas.openxmlformats.org/officeDocument/2006/relationships/hyperlink" Target="https://huggingface.co/spaces/Abs6187/Helmet_Detection_OCR_ANPR"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huggingface.co/spaces/Abs6187/Helmet_Detection_OCR_ANPR" TargetMode="External"/><Relationship Id="rId2" Type="http://schemas.openxmlformats.org/officeDocument/2006/relationships/hyperlink" Target="https://drive.google.com/file/d/1-QIb2jTrS--Q92_T4qOHL3HVOQYNnTyY/view?usp=sharing" TargetMode="External"/><Relationship Id="rId1" Type="http://schemas.openxmlformats.org/officeDocument/2006/relationships/slideLayout" Target="../slideLayouts/slideLayout13.xml"/><Relationship Id="rId4" Type="http://schemas.openxmlformats.org/officeDocument/2006/relationships/hyperlink" Target="https://github.com/Abs6187/Helmet-Detection"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drive.google.com/file/d/1CI0yK-FoCDvS_ZlFU6CFCTQcTv2krP0l/view?usp=sharing" TargetMode="External"/><Relationship Id="rId2" Type="http://schemas.openxmlformats.org/officeDocument/2006/relationships/image" Target="../media/image7.png"/><Relationship Id="rId1" Type="http://schemas.openxmlformats.org/officeDocument/2006/relationships/slideLayout" Target="../slideLayouts/slideLayout13.xml"/><Relationship Id="rId5" Type="http://schemas.openxmlformats.org/officeDocument/2006/relationships/hyperlink" Target="https://github.com/Abs6187/Helmet-Detection" TargetMode="External"/><Relationship Id="rId4" Type="http://schemas.openxmlformats.org/officeDocument/2006/relationships/hyperlink" Target="https://huggingface.co/spaces/Abs6187/Helmet_Detection_OCR_ANPR" TargetMode="External"/></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2.jpeg"/><Relationship Id="rId3" Type="http://schemas.openxmlformats.org/officeDocument/2006/relationships/image" Target="../media/image8.png"/><Relationship Id="rId21" Type="http://schemas.openxmlformats.org/officeDocument/2006/relationships/hyperlink" Target="https://drive.google.com/file/d/1-QIb2jTrS--Q92_T4qOHL3HVOQYNnTyY/view?usp=sharing" TargetMode="External"/><Relationship Id="rId7" Type="http://schemas.openxmlformats.org/officeDocument/2006/relationships/image" Target="../media/image11.png"/><Relationship Id="rId12" Type="http://schemas.openxmlformats.org/officeDocument/2006/relationships/image" Target="../media/image16.jpeg"/><Relationship Id="rId17" Type="http://schemas.openxmlformats.org/officeDocument/2006/relationships/image" Target="../media/image21.png"/><Relationship Id="rId2" Type="http://schemas.openxmlformats.org/officeDocument/2006/relationships/notesSlide" Target="../notesSlides/notesSlide1.xml"/><Relationship Id="rId16" Type="http://schemas.openxmlformats.org/officeDocument/2006/relationships/image" Target="../media/image20.png"/><Relationship Id="rId20" Type="http://schemas.openxmlformats.org/officeDocument/2006/relationships/image" Target="../media/image24.png"/><Relationship Id="rId1" Type="http://schemas.openxmlformats.org/officeDocument/2006/relationships/slideLayout" Target="../slideLayouts/slideLayout13.xml"/><Relationship Id="rId6" Type="http://schemas.microsoft.com/office/2007/relationships/hdphoto" Target="../media/hdphoto1.wdp"/><Relationship Id="rId11" Type="http://schemas.openxmlformats.org/officeDocument/2006/relationships/image" Target="../media/image15.png"/><Relationship Id="rId5" Type="http://schemas.openxmlformats.org/officeDocument/2006/relationships/image" Target="../media/image10.png"/><Relationship Id="rId15" Type="http://schemas.openxmlformats.org/officeDocument/2006/relationships/image" Target="../media/image19.png"/><Relationship Id="rId23" Type="http://schemas.openxmlformats.org/officeDocument/2006/relationships/hyperlink" Target="https://github.com/Abs6187/Helmet-Detection" TargetMode="External"/><Relationship Id="rId10" Type="http://schemas.openxmlformats.org/officeDocument/2006/relationships/image" Target="../media/image14.png"/><Relationship Id="rId19" Type="http://schemas.openxmlformats.org/officeDocument/2006/relationships/image" Target="../media/image23.jpeg"/><Relationship Id="rId4" Type="http://schemas.openxmlformats.org/officeDocument/2006/relationships/image" Target="../media/image9.png"/><Relationship Id="rId9" Type="http://schemas.openxmlformats.org/officeDocument/2006/relationships/image" Target="../media/image13.png"/><Relationship Id="rId14" Type="http://schemas.openxmlformats.org/officeDocument/2006/relationships/image" Target="../media/image18.jpeg"/><Relationship Id="rId22" Type="http://schemas.openxmlformats.org/officeDocument/2006/relationships/hyperlink" Target="https://huggingface.co/spaces/Abs6187/Helmet_Detection_OCR_ANPR"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huggingface.co/spaces/Abs6187/Helmet_Detection_OCR_ANPR" TargetMode="External"/><Relationship Id="rId2" Type="http://schemas.openxmlformats.org/officeDocument/2006/relationships/hyperlink" Target="https://drive.google.com/file/d/1-QIb2jTrS--Q92_T4qOHL3HVOQYNnTyY/view?usp=sharing" TargetMode="External"/><Relationship Id="rId1" Type="http://schemas.openxmlformats.org/officeDocument/2006/relationships/slideLayout" Target="../slideLayouts/slideLayout13.xml"/><Relationship Id="rId4" Type="http://schemas.openxmlformats.org/officeDocument/2006/relationships/hyperlink" Target="https://github.com/Abs6187/Helmet-Detection"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drive.google.com/file/d/1-QIb2jTrS--Q92_T4qOHL3HVOQYNnTyY/view?usp=sharing" TargetMode="External"/><Relationship Id="rId2" Type="http://schemas.openxmlformats.org/officeDocument/2006/relationships/image" Target="../media/image25.jpeg"/><Relationship Id="rId1" Type="http://schemas.openxmlformats.org/officeDocument/2006/relationships/slideLayout" Target="../slideLayouts/slideLayout13.xml"/><Relationship Id="rId5" Type="http://schemas.openxmlformats.org/officeDocument/2006/relationships/hyperlink" Target="https://github.com/Abs6187/Helmet-Detection" TargetMode="External"/><Relationship Id="rId4" Type="http://schemas.openxmlformats.org/officeDocument/2006/relationships/hyperlink" Target="https://huggingface.co/spaces/Abs6187/Helmet_Detection_OCR_ANPR"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huggingface.co/spaces/Abs6187/Helmet_Detection_OCR_ANPR" TargetMode="External"/><Relationship Id="rId2" Type="http://schemas.openxmlformats.org/officeDocument/2006/relationships/hyperlink" Target="https://drive.google.com/file/d/1-QIb2jTrS--Q92_T4qOHL3HVOQYNnTyY/view?usp=sharing" TargetMode="External"/><Relationship Id="rId1" Type="http://schemas.openxmlformats.org/officeDocument/2006/relationships/slideLayout" Target="../slideLayouts/slideLayout13.xml"/><Relationship Id="rId4" Type="http://schemas.openxmlformats.org/officeDocument/2006/relationships/hyperlink" Target="https://github.com/Abs6187/Helmet-Detection"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3.xml"/><Relationship Id="rId6" Type="http://schemas.openxmlformats.org/officeDocument/2006/relationships/hyperlink" Target="https://github.com/Abs6187/Helmet-Detection" TargetMode="External"/><Relationship Id="rId5" Type="http://schemas.openxmlformats.org/officeDocument/2006/relationships/hyperlink" Target="https://huggingface.co/spaces/Abs6187/Helmet_Detection_OCR_ANPR" TargetMode="External"/><Relationship Id="rId4" Type="http://schemas.openxmlformats.org/officeDocument/2006/relationships/hyperlink" Target="https://drive.google.com/file/d/1-QIb2jTrS--Q92_T4qOHL3HVOQYNnTyY/view?usp=sharing"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drive.google.com/file/d/1-QIb2jTrS--Q92_T4qOHL3HVOQYNnTyY/view?usp=sharing" TargetMode="External"/><Relationship Id="rId2" Type="http://schemas.openxmlformats.org/officeDocument/2006/relationships/image" Target="../media/image28.png"/><Relationship Id="rId1" Type="http://schemas.openxmlformats.org/officeDocument/2006/relationships/slideLayout" Target="../slideLayouts/slideLayout13.xml"/><Relationship Id="rId6" Type="http://schemas.openxmlformats.org/officeDocument/2006/relationships/image" Target="../media/image29.png"/><Relationship Id="rId5" Type="http://schemas.openxmlformats.org/officeDocument/2006/relationships/hyperlink" Target="https://github.com/Abs6187/Helmet-Detection" TargetMode="External"/><Relationship Id="rId4" Type="http://schemas.openxmlformats.org/officeDocument/2006/relationships/hyperlink" Target="https://huggingface.co/spaces/Abs6187/Helmet_Detection_OCR_ANPR"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3.xml"/><Relationship Id="rId6" Type="http://schemas.openxmlformats.org/officeDocument/2006/relationships/hyperlink" Target="https://github.com/Abs6187/Helmet-Detection" TargetMode="External"/><Relationship Id="rId5" Type="http://schemas.openxmlformats.org/officeDocument/2006/relationships/hyperlink" Target="https://huggingface.co/spaces/Abs6187/Helmet_Detection_OCR_ANPR" TargetMode="External"/><Relationship Id="rId4" Type="http://schemas.openxmlformats.org/officeDocument/2006/relationships/hyperlink" Target="https://drive.google.com/file/d/1-QIb2jTrS--Q92_T4qOHL3HVOQYNnTyY/view?usp=sharing"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3.xml"/><Relationship Id="rId6" Type="http://schemas.openxmlformats.org/officeDocument/2006/relationships/hyperlink" Target="https://github.com/Abs6187/Helmet-Detection" TargetMode="External"/><Relationship Id="rId5" Type="http://schemas.openxmlformats.org/officeDocument/2006/relationships/hyperlink" Target="https://huggingface.co/spaces/Abs6187/Helmet_Detection_OCR_ANPR" TargetMode="External"/><Relationship Id="rId4" Type="http://schemas.openxmlformats.org/officeDocument/2006/relationships/hyperlink" Target="https://drive.google.com/file/d/1CI0yK-FoCDvS_ZlFU6CFCTQcTv2krP0l/view?usp=sharing" TargetMode="External"/></Relationships>
</file>

<file path=ppt/slides/_rels/slide14.xml.rels><?xml version="1.0" encoding="UTF-8" standalone="yes"?>
<Relationships xmlns="http://schemas.openxmlformats.org/package/2006/relationships"><Relationship Id="rId8" Type="http://schemas.openxmlformats.org/officeDocument/2006/relationships/hyperlink" Target="https://github.com/Abs6187/Helmet-Detection" TargetMode="External"/><Relationship Id="rId3" Type="http://schemas.openxmlformats.org/officeDocument/2006/relationships/image" Target="../media/image35.png"/><Relationship Id="rId7" Type="http://schemas.openxmlformats.org/officeDocument/2006/relationships/hyperlink" Target="https://huggingface.co/spaces/Abs6187/Helmet_Detection_OCR_ANPR" TargetMode="External"/><Relationship Id="rId2" Type="http://schemas.openxmlformats.org/officeDocument/2006/relationships/image" Target="../media/image34.png"/><Relationship Id="rId1" Type="http://schemas.openxmlformats.org/officeDocument/2006/relationships/slideLayout" Target="../slideLayouts/slideLayout13.xml"/><Relationship Id="rId6" Type="http://schemas.openxmlformats.org/officeDocument/2006/relationships/hyperlink" Target="https://drive.google.com/file/d/1-QIb2jTrS--Q92_T4qOHL3HVOQYNnTyY/view?usp=sharing" TargetMode="External"/><Relationship Id="rId5" Type="http://schemas.openxmlformats.org/officeDocument/2006/relationships/image" Target="../media/image37.png"/><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8" Type="http://schemas.openxmlformats.org/officeDocument/2006/relationships/hyperlink" Target="https://github.com/Abs6187/Helmet-Detection" TargetMode="External"/><Relationship Id="rId3" Type="http://schemas.openxmlformats.org/officeDocument/2006/relationships/image" Target="../media/image39.png"/><Relationship Id="rId7" Type="http://schemas.openxmlformats.org/officeDocument/2006/relationships/hyperlink" Target="https://drive.google.com/file/d/1-QIb2jTrS--Q92_T4qOHL3HVOQYNnTyY/view?usp=sharing" TargetMode="External"/><Relationship Id="rId2" Type="http://schemas.openxmlformats.org/officeDocument/2006/relationships/image" Target="../media/image38.png"/><Relationship Id="rId1" Type="http://schemas.openxmlformats.org/officeDocument/2006/relationships/slideLayout" Target="../slideLayouts/slideLayout13.xml"/><Relationship Id="rId6" Type="http://schemas.openxmlformats.org/officeDocument/2006/relationships/hyperlink" Target="https://huggingface.co/spaces/Abs6187/Helmet_Detection_OCR_ANPR" TargetMode="External"/><Relationship Id="rId5" Type="http://schemas.openxmlformats.org/officeDocument/2006/relationships/image" Target="../media/image41.png"/><Relationship Id="rId4" Type="http://schemas.openxmlformats.org/officeDocument/2006/relationships/image" Target="../media/image40.png"/></Relationships>
</file>

<file path=ppt/slides/_rels/slide16.xml.rels><?xml version="1.0" encoding="UTF-8" standalone="yes"?>
<Relationships xmlns="http://schemas.openxmlformats.org/package/2006/relationships"><Relationship Id="rId3" Type="http://schemas.openxmlformats.org/officeDocument/2006/relationships/hyperlink" Target="https://drive.google.com/file/d/1-QIb2jTrS--Q92_T4qOHL3HVOQYNnTyY/view?usp=sharing" TargetMode="External"/><Relationship Id="rId2" Type="http://schemas.openxmlformats.org/officeDocument/2006/relationships/image" Target="../media/image42.png"/><Relationship Id="rId1" Type="http://schemas.openxmlformats.org/officeDocument/2006/relationships/slideLayout" Target="../slideLayouts/slideLayout13.xml"/><Relationship Id="rId5" Type="http://schemas.openxmlformats.org/officeDocument/2006/relationships/hyperlink" Target="https://github.com/Abs6187/Helmet-Detection" TargetMode="External"/><Relationship Id="rId4" Type="http://schemas.openxmlformats.org/officeDocument/2006/relationships/hyperlink" Target="https://huggingface.co/spaces/Abs6187/Helmet_Detection_OCR_ANPR"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drive.google.com/file/d/1-QIb2jTrS--Q92_T4qOHL3HVOQYNnTyY/view?usp=sharing" TargetMode="External"/><Relationship Id="rId2" Type="http://schemas.openxmlformats.org/officeDocument/2006/relationships/image" Target="../media/image43.jpeg"/><Relationship Id="rId1" Type="http://schemas.openxmlformats.org/officeDocument/2006/relationships/slideLayout" Target="../slideLayouts/slideLayout13.xml"/><Relationship Id="rId5" Type="http://schemas.openxmlformats.org/officeDocument/2006/relationships/hyperlink" Target="https://github.com/Abs6187/Helmet-Detection" TargetMode="External"/><Relationship Id="rId4" Type="http://schemas.openxmlformats.org/officeDocument/2006/relationships/hyperlink" Target="https://huggingface.co/spaces/Abs6187/Helmet_Detection_OCR_ANP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 name="Right Triangle 36">
            <a:extLst>
              <a:ext uri="{FF2B5EF4-FFF2-40B4-BE49-F238E27FC236}">
                <a16:creationId xmlns:a16="http://schemas.microsoft.com/office/drawing/2014/main" id="{864583F9-F3E3-43CC-9F92-6748BC572673}"/>
              </a:ext>
            </a:extLst>
          </p:cNvPr>
          <p:cNvSpPr/>
          <p:nvPr/>
        </p:nvSpPr>
        <p:spPr>
          <a:xfrm flipH="1">
            <a:off x="5940496" y="1091682"/>
            <a:ext cx="6257547" cy="5768111"/>
          </a:xfrm>
          <a:prstGeom prst="rtTriangle">
            <a:avLst/>
          </a:prstGeom>
          <a:solidFill>
            <a:srgbClr val="25BD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nvGrpSpPr>
          <p:cNvPr id="3" name="Group 2">
            <a:extLst>
              <a:ext uri="{FF2B5EF4-FFF2-40B4-BE49-F238E27FC236}">
                <a16:creationId xmlns:a16="http://schemas.microsoft.com/office/drawing/2014/main" id="{FE31AD7E-CFC1-418F-98A2-18CC1568DE7A}"/>
              </a:ext>
            </a:extLst>
          </p:cNvPr>
          <p:cNvGrpSpPr/>
          <p:nvPr/>
        </p:nvGrpSpPr>
        <p:grpSpPr>
          <a:xfrm rot="10800000">
            <a:off x="352347" y="1366224"/>
            <a:ext cx="5615713" cy="694720"/>
            <a:chOff x="0" y="2023474"/>
            <a:chExt cx="11431630" cy="1405526"/>
          </a:xfrm>
          <a:solidFill>
            <a:srgbClr val="25BDC7"/>
          </a:solidFill>
        </p:grpSpPr>
        <p:sp>
          <p:nvSpPr>
            <p:cNvPr id="4" name="Rectangle 3">
              <a:extLst>
                <a:ext uri="{FF2B5EF4-FFF2-40B4-BE49-F238E27FC236}">
                  <a16:creationId xmlns:a16="http://schemas.microsoft.com/office/drawing/2014/main" id="{4C0A3FD7-9EFF-42EC-8BCC-8DC54EFB8BBE}"/>
                </a:ext>
              </a:extLst>
            </p:cNvPr>
            <p:cNvSpPr/>
            <p:nvPr/>
          </p:nvSpPr>
          <p:spPr>
            <a:xfrm>
              <a:off x="0" y="3200400"/>
              <a:ext cx="6135482" cy="2286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25BDC7"/>
                </a:solidFill>
              </a:endParaRPr>
            </a:p>
          </p:txBody>
        </p:sp>
        <p:sp>
          <p:nvSpPr>
            <p:cNvPr id="5" name="Rectangle 4">
              <a:extLst>
                <a:ext uri="{FF2B5EF4-FFF2-40B4-BE49-F238E27FC236}">
                  <a16:creationId xmlns:a16="http://schemas.microsoft.com/office/drawing/2014/main" id="{3413F97A-86EF-43CD-8CB7-E32D10AD6927}"/>
                </a:ext>
              </a:extLst>
            </p:cNvPr>
            <p:cNvSpPr/>
            <p:nvPr/>
          </p:nvSpPr>
          <p:spPr>
            <a:xfrm rot="2727637">
              <a:off x="7154945" y="448707"/>
              <a:ext cx="228600" cy="341351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25BDC7"/>
                </a:solidFill>
              </a:endParaRPr>
            </a:p>
          </p:txBody>
        </p:sp>
        <p:sp>
          <p:nvSpPr>
            <p:cNvPr id="6" name="Freeform: Shape 5">
              <a:extLst>
                <a:ext uri="{FF2B5EF4-FFF2-40B4-BE49-F238E27FC236}">
                  <a16:creationId xmlns:a16="http://schemas.microsoft.com/office/drawing/2014/main" id="{7203772E-A1FB-4E49-8AF7-B31C59999691}"/>
                </a:ext>
              </a:extLst>
            </p:cNvPr>
            <p:cNvSpPr/>
            <p:nvPr/>
          </p:nvSpPr>
          <p:spPr>
            <a:xfrm rot="18872363" flipH="1">
              <a:off x="9542351" y="362795"/>
              <a:ext cx="228600" cy="3549958"/>
            </a:xfrm>
            <a:custGeom>
              <a:avLst/>
              <a:gdLst>
                <a:gd name="connsiteX0" fmla="*/ 0 w 228600"/>
                <a:gd name="connsiteY0" fmla="*/ 0 h 3549958"/>
                <a:gd name="connsiteX1" fmla="*/ 0 w 228600"/>
                <a:gd name="connsiteY1" fmla="*/ 3549958 h 3549958"/>
                <a:gd name="connsiteX2" fmla="*/ 10901 w 228600"/>
                <a:gd name="connsiteY2" fmla="*/ 3549958 h 3549958"/>
                <a:gd name="connsiteX3" fmla="*/ 228600 w 228600"/>
                <a:gd name="connsiteY3" fmla="*/ 3328731 h 3549958"/>
                <a:gd name="connsiteX4" fmla="*/ 228600 w 228600"/>
                <a:gd name="connsiteY4" fmla="*/ 0 h 3549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3549958">
                  <a:moveTo>
                    <a:pt x="0" y="0"/>
                  </a:moveTo>
                  <a:lnTo>
                    <a:pt x="0" y="3549958"/>
                  </a:lnTo>
                  <a:lnTo>
                    <a:pt x="10901" y="3549958"/>
                  </a:lnTo>
                  <a:lnTo>
                    <a:pt x="228600" y="3328731"/>
                  </a:lnTo>
                  <a:lnTo>
                    <a:pt x="22860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25BDC7"/>
                </a:solidFill>
              </a:endParaRPr>
            </a:p>
          </p:txBody>
        </p:sp>
      </p:grpSp>
      <p:grpSp>
        <p:nvGrpSpPr>
          <p:cNvPr id="7" name="Group 6">
            <a:extLst>
              <a:ext uri="{FF2B5EF4-FFF2-40B4-BE49-F238E27FC236}">
                <a16:creationId xmlns:a16="http://schemas.microsoft.com/office/drawing/2014/main" id="{A31E7180-931A-4C17-9E5B-1625B2C7DEC1}"/>
              </a:ext>
            </a:extLst>
          </p:cNvPr>
          <p:cNvGrpSpPr/>
          <p:nvPr/>
        </p:nvGrpSpPr>
        <p:grpSpPr>
          <a:xfrm>
            <a:off x="0" y="647765"/>
            <a:ext cx="3241704" cy="682789"/>
            <a:chOff x="4758559" y="2023474"/>
            <a:chExt cx="6673071" cy="1405526"/>
          </a:xfrm>
          <a:solidFill>
            <a:srgbClr val="3256A2"/>
          </a:solidFill>
        </p:grpSpPr>
        <p:sp>
          <p:nvSpPr>
            <p:cNvPr id="8" name="Rectangle 7">
              <a:extLst>
                <a:ext uri="{FF2B5EF4-FFF2-40B4-BE49-F238E27FC236}">
                  <a16:creationId xmlns:a16="http://schemas.microsoft.com/office/drawing/2014/main" id="{AE8DF00D-8E76-4614-88B8-767E8BE23F4E}"/>
                </a:ext>
              </a:extLst>
            </p:cNvPr>
            <p:cNvSpPr/>
            <p:nvPr/>
          </p:nvSpPr>
          <p:spPr>
            <a:xfrm>
              <a:off x="4758559" y="3200400"/>
              <a:ext cx="1376923" cy="2286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3256A2"/>
                </a:solidFill>
              </a:endParaRPr>
            </a:p>
          </p:txBody>
        </p:sp>
        <p:sp>
          <p:nvSpPr>
            <p:cNvPr id="9" name="Rectangle 8">
              <a:extLst>
                <a:ext uri="{FF2B5EF4-FFF2-40B4-BE49-F238E27FC236}">
                  <a16:creationId xmlns:a16="http://schemas.microsoft.com/office/drawing/2014/main" id="{8531C40D-47AF-4709-89BF-A81A115A5003}"/>
                </a:ext>
              </a:extLst>
            </p:cNvPr>
            <p:cNvSpPr/>
            <p:nvPr/>
          </p:nvSpPr>
          <p:spPr>
            <a:xfrm rot="2727637">
              <a:off x="7154945" y="448707"/>
              <a:ext cx="228600" cy="341351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3256A2"/>
                </a:solidFill>
              </a:endParaRPr>
            </a:p>
          </p:txBody>
        </p:sp>
        <p:sp>
          <p:nvSpPr>
            <p:cNvPr id="10" name="Freeform: Shape 9">
              <a:extLst>
                <a:ext uri="{FF2B5EF4-FFF2-40B4-BE49-F238E27FC236}">
                  <a16:creationId xmlns:a16="http://schemas.microsoft.com/office/drawing/2014/main" id="{BF08A5D7-6365-49D1-8A3E-659608ED742D}"/>
                </a:ext>
              </a:extLst>
            </p:cNvPr>
            <p:cNvSpPr/>
            <p:nvPr/>
          </p:nvSpPr>
          <p:spPr>
            <a:xfrm rot="18872363" flipH="1">
              <a:off x="9542351" y="362795"/>
              <a:ext cx="228600" cy="3549958"/>
            </a:xfrm>
            <a:custGeom>
              <a:avLst/>
              <a:gdLst>
                <a:gd name="connsiteX0" fmla="*/ 0 w 228600"/>
                <a:gd name="connsiteY0" fmla="*/ 0 h 3549958"/>
                <a:gd name="connsiteX1" fmla="*/ 0 w 228600"/>
                <a:gd name="connsiteY1" fmla="*/ 3549958 h 3549958"/>
                <a:gd name="connsiteX2" fmla="*/ 10901 w 228600"/>
                <a:gd name="connsiteY2" fmla="*/ 3549958 h 3549958"/>
                <a:gd name="connsiteX3" fmla="*/ 228600 w 228600"/>
                <a:gd name="connsiteY3" fmla="*/ 3328731 h 3549958"/>
                <a:gd name="connsiteX4" fmla="*/ 228600 w 228600"/>
                <a:gd name="connsiteY4" fmla="*/ 0 h 3549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3549958">
                  <a:moveTo>
                    <a:pt x="0" y="0"/>
                  </a:moveTo>
                  <a:lnTo>
                    <a:pt x="0" y="3549958"/>
                  </a:lnTo>
                  <a:lnTo>
                    <a:pt x="10901" y="3549958"/>
                  </a:lnTo>
                  <a:lnTo>
                    <a:pt x="228600" y="3328731"/>
                  </a:lnTo>
                  <a:lnTo>
                    <a:pt x="22860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3256A2"/>
                </a:solidFill>
              </a:endParaRPr>
            </a:p>
          </p:txBody>
        </p:sp>
      </p:grpSp>
      <p:sp>
        <p:nvSpPr>
          <p:cNvPr id="28" name="TextBox 27">
            <a:extLst>
              <a:ext uri="{FF2B5EF4-FFF2-40B4-BE49-F238E27FC236}">
                <a16:creationId xmlns:a16="http://schemas.microsoft.com/office/drawing/2014/main" id="{BF81BF03-D0C6-4216-AEDA-0C535146585E}"/>
              </a:ext>
            </a:extLst>
          </p:cNvPr>
          <p:cNvSpPr txBox="1"/>
          <p:nvPr/>
        </p:nvSpPr>
        <p:spPr>
          <a:xfrm>
            <a:off x="978938" y="3122439"/>
            <a:ext cx="2318444" cy="461665"/>
          </a:xfrm>
          <a:prstGeom prst="rect">
            <a:avLst/>
          </a:prstGeom>
          <a:noFill/>
        </p:spPr>
        <p:txBody>
          <a:bodyPr wrap="square" rtlCol="0" anchor="ctr">
            <a:spAutoFit/>
          </a:bodyPr>
          <a:lstStyle/>
          <a:p>
            <a:pPr algn="ctr"/>
            <a:r>
              <a:rPr lang="en-US" altLang="ko-KR" sz="2400" b="1" u="sng" dirty="0">
                <a:effectLst>
                  <a:outerShdw blurRad="38100" dist="38100" dir="2700000" algn="tl">
                    <a:srgbClr val="000000">
                      <a:alpha val="43137"/>
                    </a:srgbClr>
                  </a:outerShdw>
                </a:effectLst>
                <a:cs typeface="Arial" pitchFamily="34" charset="0"/>
              </a:rPr>
              <a:t>PROJECT NAME:</a:t>
            </a:r>
            <a:endParaRPr lang="ko-KR" altLang="en-US" sz="2400" b="1" u="sng" dirty="0">
              <a:effectLst>
                <a:outerShdw blurRad="38100" dist="38100" dir="2700000" algn="tl">
                  <a:srgbClr val="000000">
                    <a:alpha val="43137"/>
                  </a:srgbClr>
                </a:outerShdw>
              </a:effectLst>
              <a:cs typeface="Arial" pitchFamily="34" charset="0"/>
            </a:endParaRPr>
          </a:p>
        </p:txBody>
      </p:sp>
      <p:sp>
        <p:nvSpPr>
          <p:cNvPr id="29" name="TextBox 28">
            <a:extLst>
              <a:ext uri="{FF2B5EF4-FFF2-40B4-BE49-F238E27FC236}">
                <a16:creationId xmlns:a16="http://schemas.microsoft.com/office/drawing/2014/main" id="{8C2B9857-06BE-47BB-96B1-6DDF857D6E8F}"/>
              </a:ext>
            </a:extLst>
          </p:cNvPr>
          <p:cNvSpPr txBox="1"/>
          <p:nvPr/>
        </p:nvSpPr>
        <p:spPr>
          <a:xfrm>
            <a:off x="3376862" y="3219541"/>
            <a:ext cx="3079922" cy="369332"/>
          </a:xfrm>
          <a:prstGeom prst="rect">
            <a:avLst/>
          </a:prstGeom>
          <a:noFill/>
        </p:spPr>
        <p:txBody>
          <a:bodyPr wrap="square" rtlCol="0" anchor="ctr">
            <a:spAutoFit/>
          </a:bodyPr>
          <a:lstStyle/>
          <a:p>
            <a:r>
              <a:rPr lang="en-US" sz="1800" b="0" dirty="0">
                <a:hlinkClick r:id="rId2"/>
              </a:rPr>
              <a:t>Helmet_Detection_OCR_ANPR</a:t>
            </a:r>
            <a:endParaRPr lang="ko-KR" altLang="en-US" b="1" dirty="0">
              <a:solidFill>
                <a:srgbClr val="262626"/>
              </a:solidFill>
              <a:cs typeface="Arial" pitchFamily="34" charset="0"/>
            </a:endParaRPr>
          </a:p>
        </p:txBody>
      </p:sp>
      <p:sp>
        <p:nvSpPr>
          <p:cNvPr id="30" name="TextBox 29">
            <a:extLst>
              <a:ext uri="{FF2B5EF4-FFF2-40B4-BE49-F238E27FC236}">
                <a16:creationId xmlns:a16="http://schemas.microsoft.com/office/drawing/2014/main" id="{2BAB3151-336A-4EB9-9B69-6754B14FEB63}"/>
              </a:ext>
            </a:extLst>
          </p:cNvPr>
          <p:cNvSpPr txBox="1"/>
          <p:nvPr/>
        </p:nvSpPr>
        <p:spPr>
          <a:xfrm>
            <a:off x="7252447" y="5022892"/>
            <a:ext cx="4826589" cy="1569660"/>
          </a:xfrm>
          <a:prstGeom prst="rect">
            <a:avLst/>
          </a:prstGeom>
          <a:noFill/>
        </p:spPr>
        <p:txBody>
          <a:bodyPr wrap="square" rtlCol="0" anchor="ctr">
            <a:spAutoFit/>
          </a:bodyPr>
          <a:lstStyle/>
          <a:p>
            <a:pPr algn="ctr"/>
            <a:r>
              <a:rPr lang="en-US" altLang="ko-KR" sz="2400" b="1" dirty="0">
                <a:solidFill>
                  <a:schemeClr val="bg1"/>
                </a:solidFill>
                <a:effectLst>
                  <a:outerShdw blurRad="38100" dist="38100" dir="2700000" algn="tl">
                    <a:srgbClr val="000000">
                      <a:alpha val="43137"/>
                    </a:srgbClr>
                  </a:outerShdw>
                </a:effectLst>
                <a:cs typeface="Arial" pitchFamily="34" charset="0"/>
              </a:rPr>
              <a:t>Abhay Gupta – 0205CCC221005</a:t>
            </a:r>
          </a:p>
          <a:p>
            <a:pPr algn="ctr"/>
            <a:r>
              <a:rPr lang="en-US" altLang="ko-KR" sz="2400" b="1" dirty="0">
                <a:solidFill>
                  <a:schemeClr val="bg1"/>
                </a:solidFill>
                <a:effectLst>
                  <a:outerShdw blurRad="38100" dist="38100" dir="2700000" algn="tl">
                    <a:srgbClr val="000000">
                      <a:alpha val="43137"/>
                    </a:srgbClr>
                  </a:outerShdw>
                </a:effectLst>
                <a:cs typeface="Arial" pitchFamily="34" charset="0"/>
              </a:rPr>
              <a:t>Aditi Lakhera – 0205CC221011</a:t>
            </a:r>
          </a:p>
          <a:p>
            <a:pPr algn="ctr"/>
            <a:r>
              <a:rPr lang="en-US" altLang="ko-KR" sz="2400" b="1" dirty="0">
                <a:solidFill>
                  <a:schemeClr val="bg1"/>
                </a:solidFill>
                <a:effectLst>
                  <a:outerShdw blurRad="38100" dist="38100" dir="2700000" algn="tl">
                    <a:srgbClr val="000000">
                      <a:alpha val="43137"/>
                    </a:srgbClr>
                  </a:outerShdw>
                </a:effectLst>
                <a:cs typeface="Arial" pitchFamily="34" charset="0"/>
              </a:rPr>
              <a:t>Bhumika Patel – 0205CC221050</a:t>
            </a:r>
          </a:p>
          <a:p>
            <a:pPr algn="ctr"/>
            <a:r>
              <a:rPr lang="en-US" altLang="ko-KR" sz="2400" b="1" dirty="0">
                <a:solidFill>
                  <a:schemeClr val="bg1"/>
                </a:solidFill>
                <a:effectLst>
                  <a:outerShdw blurRad="38100" dist="38100" dir="2700000" algn="tl">
                    <a:srgbClr val="000000">
                      <a:alpha val="43137"/>
                    </a:srgbClr>
                  </a:outerShdw>
                </a:effectLst>
                <a:cs typeface="Arial" pitchFamily="34" charset="0"/>
              </a:rPr>
              <a:t>Balraj Patel – 0205CC221049</a:t>
            </a:r>
          </a:p>
        </p:txBody>
      </p:sp>
      <p:sp>
        <p:nvSpPr>
          <p:cNvPr id="31" name="TextBox 30">
            <a:extLst>
              <a:ext uri="{FF2B5EF4-FFF2-40B4-BE49-F238E27FC236}">
                <a16:creationId xmlns:a16="http://schemas.microsoft.com/office/drawing/2014/main" id="{6BE1B940-85D9-4031-8F81-AF78C32628F3}"/>
              </a:ext>
            </a:extLst>
          </p:cNvPr>
          <p:cNvSpPr txBox="1"/>
          <p:nvPr/>
        </p:nvSpPr>
        <p:spPr>
          <a:xfrm>
            <a:off x="1094549" y="4150147"/>
            <a:ext cx="2119706" cy="461665"/>
          </a:xfrm>
          <a:prstGeom prst="rect">
            <a:avLst/>
          </a:prstGeom>
          <a:noFill/>
        </p:spPr>
        <p:txBody>
          <a:bodyPr wrap="square" rtlCol="0" anchor="ctr">
            <a:spAutoFit/>
          </a:bodyPr>
          <a:lstStyle/>
          <a:p>
            <a:pPr algn="ctr"/>
            <a:r>
              <a:rPr lang="en-US" altLang="ko-KR" sz="2400" b="1" u="sng" dirty="0">
                <a:effectLst>
                  <a:outerShdw blurRad="38100" dist="38100" dir="2700000" algn="tl">
                    <a:srgbClr val="000000">
                      <a:alpha val="43137"/>
                    </a:srgbClr>
                  </a:outerShdw>
                </a:effectLst>
                <a:cs typeface="Arial" pitchFamily="34" charset="0"/>
              </a:rPr>
              <a:t>TEAM LEADER :</a:t>
            </a:r>
            <a:endParaRPr lang="ko-KR" altLang="en-US" sz="2400" b="1" u="sng" dirty="0">
              <a:effectLst>
                <a:outerShdw blurRad="38100" dist="38100" dir="2700000" algn="tl">
                  <a:srgbClr val="000000">
                    <a:alpha val="43137"/>
                  </a:srgbClr>
                </a:outerShdw>
              </a:effectLst>
              <a:cs typeface="Arial" pitchFamily="34" charset="0"/>
            </a:endParaRPr>
          </a:p>
        </p:txBody>
      </p:sp>
      <p:sp>
        <p:nvSpPr>
          <p:cNvPr id="36" name="TextBox 35">
            <a:extLst>
              <a:ext uri="{FF2B5EF4-FFF2-40B4-BE49-F238E27FC236}">
                <a16:creationId xmlns:a16="http://schemas.microsoft.com/office/drawing/2014/main" id="{55D379AF-5D01-414D-97B8-5A8C1EB8BF11}"/>
              </a:ext>
            </a:extLst>
          </p:cNvPr>
          <p:cNvSpPr txBox="1"/>
          <p:nvPr/>
        </p:nvSpPr>
        <p:spPr>
          <a:xfrm>
            <a:off x="10045087" y="4576035"/>
            <a:ext cx="2033948" cy="461665"/>
          </a:xfrm>
          <a:prstGeom prst="rect">
            <a:avLst/>
          </a:prstGeom>
          <a:noFill/>
        </p:spPr>
        <p:txBody>
          <a:bodyPr wrap="square" rtlCol="0" anchor="ctr">
            <a:spAutoFit/>
          </a:bodyPr>
          <a:lstStyle/>
          <a:p>
            <a:r>
              <a:rPr lang="en-US" altLang="ko-KR" sz="2400" b="1" u="sng" dirty="0">
                <a:cs typeface="Arial" pitchFamily="34" charset="0"/>
              </a:rPr>
              <a:t>Team Member</a:t>
            </a:r>
            <a:endParaRPr lang="ko-KR" altLang="en-US" sz="2400" b="1" u="sng" dirty="0">
              <a:cs typeface="Arial" pitchFamily="34" charset="0"/>
            </a:endParaRPr>
          </a:p>
        </p:txBody>
      </p:sp>
      <p:sp>
        <p:nvSpPr>
          <p:cNvPr id="38" name="TextBox 37">
            <a:extLst>
              <a:ext uri="{FF2B5EF4-FFF2-40B4-BE49-F238E27FC236}">
                <a16:creationId xmlns:a16="http://schemas.microsoft.com/office/drawing/2014/main" id="{DAFE5A8E-8411-4815-A630-2DF4D9611EC5}"/>
              </a:ext>
            </a:extLst>
          </p:cNvPr>
          <p:cNvSpPr txBox="1"/>
          <p:nvPr/>
        </p:nvSpPr>
        <p:spPr>
          <a:xfrm>
            <a:off x="3393049" y="1717791"/>
            <a:ext cx="7482770" cy="1200329"/>
          </a:xfrm>
          <a:prstGeom prst="rect">
            <a:avLst/>
          </a:prstGeom>
          <a:noFill/>
        </p:spPr>
        <p:txBody>
          <a:bodyPr wrap="square" rtlCol="0">
            <a:spAutoFit/>
          </a:bodyPr>
          <a:lstStyle/>
          <a:p>
            <a:pPr algn="ctr"/>
            <a:r>
              <a:rPr lang="en-US" sz="2400" b="1" dirty="0">
                <a:latin typeface="Cambria" panose="02040503050406030204" pitchFamily="18" charset="0"/>
                <a:ea typeface="Cambria" panose="02040503050406030204" pitchFamily="18" charset="0"/>
              </a:rPr>
              <a:t>Department Of Computer Science &amp; Engineering</a:t>
            </a:r>
            <a:br>
              <a:rPr lang="en-US" sz="2400" b="1" dirty="0">
                <a:latin typeface="Cambria" panose="02040503050406030204" pitchFamily="18" charset="0"/>
                <a:ea typeface="Cambria" panose="02040503050406030204" pitchFamily="18" charset="0"/>
              </a:rPr>
            </a:br>
            <a:br>
              <a:rPr lang="en-US" sz="2400" b="1" dirty="0">
                <a:latin typeface="Cambria" panose="02040503050406030204" pitchFamily="18" charset="0"/>
                <a:ea typeface="Cambria" panose="02040503050406030204" pitchFamily="18" charset="0"/>
              </a:rPr>
            </a:br>
            <a:r>
              <a:rPr lang="en-US" sz="2400" b="1" dirty="0">
                <a:latin typeface="Cambria" panose="02040503050406030204" pitchFamily="18" charset="0"/>
                <a:ea typeface="Cambria" panose="02040503050406030204" pitchFamily="18" charset="0"/>
              </a:rPr>
              <a:t>MAJOR PROJECT-I</a:t>
            </a:r>
            <a:endParaRPr lang="en-IN" sz="2400" b="1" dirty="0">
              <a:latin typeface="Cambria" panose="02040503050406030204" pitchFamily="18" charset="0"/>
              <a:ea typeface="Cambria" panose="02040503050406030204" pitchFamily="18" charset="0"/>
            </a:endParaRPr>
          </a:p>
        </p:txBody>
      </p:sp>
      <p:sp>
        <p:nvSpPr>
          <p:cNvPr id="2" name="Rectangle 1"/>
          <p:cNvSpPr/>
          <p:nvPr/>
        </p:nvSpPr>
        <p:spPr>
          <a:xfrm>
            <a:off x="2757055" y="479521"/>
            <a:ext cx="9434945" cy="507831"/>
          </a:xfrm>
          <a:prstGeom prst="rect">
            <a:avLst/>
          </a:prstGeom>
        </p:spPr>
        <p:txBody>
          <a:bodyPr wrap="square">
            <a:spAutoFit/>
          </a:bodyPr>
          <a:lstStyle/>
          <a:p>
            <a:r>
              <a:rPr lang="en-US" sz="2700" b="1" dirty="0">
                <a:solidFill>
                  <a:srgbClr val="3256A2"/>
                </a:solidFill>
              </a:rPr>
              <a:t>SHRI RAM INSTITUTE OF TECHNOLOGY, JABALPUR (M.P.)</a:t>
            </a:r>
            <a:endParaRPr lang="en-US" altLang="ko-KR" sz="2700" b="1" dirty="0">
              <a:solidFill>
                <a:srgbClr val="3256A2"/>
              </a:solidFill>
              <a:effectLst>
                <a:outerShdw blurRad="38100" dist="38100" dir="2700000" algn="tl">
                  <a:srgbClr val="000000">
                    <a:alpha val="43137"/>
                  </a:srgbClr>
                </a:outerShdw>
              </a:effectLst>
              <a:cs typeface="Arial" pitchFamily="34" charset="0"/>
            </a:endParaRPr>
          </a:p>
        </p:txBody>
      </p:sp>
      <p:sp>
        <p:nvSpPr>
          <p:cNvPr id="18" name="Minus 17"/>
          <p:cNvSpPr/>
          <p:nvPr/>
        </p:nvSpPr>
        <p:spPr>
          <a:xfrm>
            <a:off x="2338539" y="1189075"/>
            <a:ext cx="11116204" cy="464894"/>
          </a:xfrm>
          <a:prstGeom prst="mathMinus">
            <a:avLst/>
          </a:prstGeom>
          <a:solidFill>
            <a:srgbClr val="25BD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39" name="그룹 31">
            <a:extLst>
              <a:ext uri="{FF2B5EF4-FFF2-40B4-BE49-F238E27FC236}">
                <a16:creationId xmlns:a16="http://schemas.microsoft.com/office/drawing/2014/main" id="{B1AB110F-C19E-49A1-9990-C6EFF21F862D}"/>
              </a:ext>
            </a:extLst>
          </p:cNvPr>
          <p:cNvGrpSpPr/>
          <p:nvPr/>
        </p:nvGrpSpPr>
        <p:grpSpPr>
          <a:xfrm>
            <a:off x="136370" y="2787500"/>
            <a:ext cx="968557" cy="990966"/>
            <a:chOff x="9087273" y="2875432"/>
            <a:chExt cx="2303626" cy="2356921"/>
          </a:xfrm>
          <a:noFill/>
        </p:grpSpPr>
        <p:sp>
          <p:nvSpPr>
            <p:cNvPr id="40" name="Rounded Rectangle 7">
              <a:extLst>
                <a:ext uri="{FF2B5EF4-FFF2-40B4-BE49-F238E27FC236}">
                  <a16:creationId xmlns:a16="http://schemas.microsoft.com/office/drawing/2014/main" id="{ED79C94B-F5E6-4C8F-9CC8-DE165AF3393E}"/>
                </a:ext>
              </a:extLst>
            </p:cNvPr>
            <p:cNvSpPr/>
            <p:nvPr/>
          </p:nvSpPr>
          <p:spPr>
            <a:xfrm>
              <a:off x="10019157" y="4810446"/>
              <a:ext cx="433068" cy="74049"/>
            </a:xfrm>
            <a:prstGeom prst="roundRect">
              <a:avLst>
                <a:gd name="adj" fmla="val 50000"/>
              </a:avLst>
            </a:prstGeom>
            <a:grpFill/>
            <a:ln>
              <a:solidFill>
                <a:srgbClr val="25BDC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41" name="Rounded Rectangle 8">
              <a:extLst>
                <a:ext uri="{FF2B5EF4-FFF2-40B4-BE49-F238E27FC236}">
                  <a16:creationId xmlns:a16="http://schemas.microsoft.com/office/drawing/2014/main" id="{71948C04-FE7E-480A-A46B-4BB47581CA8F}"/>
                </a:ext>
              </a:extLst>
            </p:cNvPr>
            <p:cNvSpPr/>
            <p:nvPr/>
          </p:nvSpPr>
          <p:spPr>
            <a:xfrm>
              <a:off x="10019157" y="4908581"/>
              <a:ext cx="433068" cy="74049"/>
            </a:xfrm>
            <a:prstGeom prst="roundRect">
              <a:avLst>
                <a:gd name="adj" fmla="val 50000"/>
              </a:avLst>
            </a:prstGeom>
            <a:grpFill/>
            <a:ln>
              <a:solidFill>
                <a:srgbClr val="25BDC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42" name="Rounded Rectangle 9">
              <a:extLst>
                <a:ext uri="{FF2B5EF4-FFF2-40B4-BE49-F238E27FC236}">
                  <a16:creationId xmlns:a16="http://schemas.microsoft.com/office/drawing/2014/main" id="{8883EC48-3CD4-4E99-8C2D-6ABAE6959FD1}"/>
                </a:ext>
              </a:extLst>
            </p:cNvPr>
            <p:cNvSpPr/>
            <p:nvPr/>
          </p:nvSpPr>
          <p:spPr>
            <a:xfrm>
              <a:off x="10019157" y="5006715"/>
              <a:ext cx="433068" cy="74049"/>
            </a:xfrm>
            <a:prstGeom prst="roundRect">
              <a:avLst>
                <a:gd name="adj" fmla="val 50000"/>
              </a:avLst>
            </a:prstGeom>
            <a:grpFill/>
            <a:ln>
              <a:solidFill>
                <a:srgbClr val="25BDC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43" name="Chord 8">
              <a:extLst>
                <a:ext uri="{FF2B5EF4-FFF2-40B4-BE49-F238E27FC236}">
                  <a16:creationId xmlns:a16="http://schemas.microsoft.com/office/drawing/2014/main" id="{B4467C2B-4573-414A-96F4-E8B5DE36CED0}"/>
                </a:ext>
              </a:extLst>
            </p:cNvPr>
            <p:cNvSpPr/>
            <p:nvPr/>
          </p:nvSpPr>
          <p:spPr>
            <a:xfrm rot="19366553">
              <a:off x="10104241" y="5001620"/>
              <a:ext cx="279977" cy="230733"/>
            </a:xfrm>
            <a:custGeom>
              <a:avLst/>
              <a:gdLst/>
              <a:ahLst/>
              <a:cxnLst/>
              <a:rect l="l" t="t" r="r" b="b"/>
              <a:pathLst>
                <a:path w="808567" h="666352">
                  <a:moveTo>
                    <a:pt x="11238" y="0"/>
                  </a:moveTo>
                  <a:lnTo>
                    <a:pt x="808567" y="605735"/>
                  </a:lnTo>
                  <a:cubicBezTo>
                    <a:pt x="631295" y="696452"/>
                    <a:pt x="413578" y="686352"/>
                    <a:pt x="241904" y="568647"/>
                  </a:cubicBezTo>
                  <a:cubicBezTo>
                    <a:pt x="54716" y="440307"/>
                    <a:pt x="-32876" y="214793"/>
                    <a:pt x="11238" y="0"/>
                  </a:cubicBezTo>
                  <a:close/>
                </a:path>
              </a:pathLst>
            </a:custGeom>
            <a:grpFill/>
            <a:ln>
              <a:solidFill>
                <a:srgbClr val="25BDC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44" name="Freeform 19">
              <a:extLst>
                <a:ext uri="{FF2B5EF4-FFF2-40B4-BE49-F238E27FC236}">
                  <a16:creationId xmlns:a16="http://schemas.microsoft.com/office/drawing/2014/main" id="{70965E12-31BD-4C6B-9A46-BE1F29D78D75}"/>
                </a:ext>
              </a:extLst>
            </p:cNvPr>
            <p:cNvSpPr>
              <a:spLocks/>
            </p:cNvSpPr>
            <p:nvPr/>
          </p:nvSpPr>
          <p:spPr bwMode="auto">
            <a:xfrm>
              <a:off x="9715953" y="3562517"/>
              <a:ext cx="1039477" cy="1222505"/>
            </a:xfrm>
            <a:custGeom>
              <a:avLst/>
              <a:gdLst>
                <a:gd name="T0" fmla="*/ 1239 w 2141"/>
                <a:gd name="T1" fmla="*/ 16 h 2665"/>
                <a:gd name="T2" fmla="*/ 1465 w 2141"/>
                <a:gd name="T3" fmla="*/ 82 h 2665"/>
                <a:gd name="T4" fmla="*/ 1673 w 2141"/>
                <a:gd name="T5" fmla="*/ 194 h 2665"/>
                <a:gd name="T6" fmla="*/ 1855 w 2141"/>
                <a:gd name="T7" fmla="*/ 349 h 2665"/>
                <a:gd name="T8" fmla="*/ 2000 w 2141"/>
                <a:gd name="T9" fmla="*/ 546 h 2665"/>
                <a:gd name="T10" fmla="*/ 2099 w 2141"/>
                <a:gd name="T11" fmla="*/ 777 h 2665"/>
                <a:gd name="T12" fmla="*/ 2141 w 2141"/>
                <a:gd name="T13" fmla="*/ 1039 h 2665"/>
                <a:gd name="T14" fmla="*/ 2119 w 2141"/>
                <a:gd name="T15" fmla="*/ 1331 h 2665"/>
                <a:gd name="T16" fmla="*/ 2051 w 2141"/>
                <a:gd name="T17" fmla="*/ 1562 h 2665"/>
                <a:gd name="T18" fmla="*/ 1959 w 2141"/>
                <a:gd name="T19" fmla="*/ 1722 h 2665"/>
                <a:gd name="T20" fmla="*/ 1853 w 2141"/>
                <a:gd name="T21" fmla="*/ 1859 h 2665"/>
                <a:gd name="T22" fmla="*/ 1743 w 2141"/>
                <a:gd name="T23" fmla="*/ 1990 h 2665"/>
                <a:gd name="T24" fmla="*/ 1644 w 2141"/>
                <a:gd name="T25" fmla="*/ 2133 h 2665"/>
                <a:gd name="T26" fmla="*/ 1578 w 2141"/>
                <a:gd name="T27" fmla="*/ 2265 h 2665"/>
                <a:gd name="T28" fmla="*/ 1542 w 2141"/>
                <a:gd name="T29" fmla="*/ 2384 h 2665"/>
                <a:gd name="T30" fmla="*/ 1535 w 2141"/>
                <a:gd name="T31" fmla="*/ 2512 h 2665"/>
                <a:gd name="T32" fmla="*/ 1495 w 2141"/>
                <a:gd name="T33" fmla="*/ 2608 h 2665"/>
                <a:gd name="T34" fmla="*/ 1430 w 2141"/>
                <a:gd name="T35" fmla="*/ 2661 h 2665"/>
                <a:gd name="T36" fmla="*/ 1302 w 2141"/>
                <a:gd name="T37" fmla="*/ 2665 h 2665"/>
                <a:gd name="T38" fmla="*/ 1103 w 2141"/>
                <a:gd name="T39" fmla="*/ 2664 h 2665"/>
                <a:gd name="T40" fmla="*/ 893 w 2141"/>
                <a:gd name="T41" fmla="*/ 2664 h 2665"/>
                <a:gd name="T42" fmla="*/ 736 w 2141"/>
                <a:gd name="T43" fmla="*/ 2664 h 2665"/>
                <a:gd name="T44" fmla="*/ 668 w 2141"/>
                <a:gd name="T45" fmla="*/ 2629 h 2665"/>
                <a:gd name="T46" fmla="*/ 633 w 2141"/>
                <a:gd name="T47" fmla="*/ 2573 h 2665"/>
                <a:gd name="T48" fmla="*/ 621 w 2141"/>
                <a:gd name="T49" fmla="*/ 2514 h 2665"/>
                <a:gd name="T50" fmla="*/ 621 w 2141"/>
                <a:gd name="T51" fmla="*/ 2441 h 2665"/>
                <a:gd name="T52" fmla="*/ 615 w 2141"/>
                <a:gd name="T53" fmla="*/ 2358 h 2665"/>
                <a:gd name="T54" fmla="*/ 589 w 2141"/>
                <a:gd name="T55" fmla="*/ 2258 h 2665"/>
                <a:gd name="T56" fmla="*/ 522 w 2141"/>
                <a:gd name="T57" fmla="*/ 2136 h 2665"/>
                <a:gd name="T58" fmla="*/ 429 w 2141"/>
                <a:gd name="T59" fmla="*/ 2015 h 2665"/>
                <a:gd name="T60" fmla="*/ 351 w 2141"/>
                <a:gd name="T61" fmla="*/ 1917 h 2665"/>
                <a:gd name="T62" fmla="*/ 250 w 2141"/>
                <a:gd name="T63" fmla="*/ 1794 h 2665"/>
                <a:gd name="T64" fmla="*/ 145 w 2141"/>
                <a:gd name="T65" fmla="*/ 1641 h 2665"/>
                <a:gd name="T66" fmla="*/ 58 w 2141"/>
                <a:gd name="T67" fmla="*/ 1458 h 2665"/>
                <a:gd name="T68" fmla="*/ 6 w 2141"/>
                <a:gd name="T69" fmla="*/ 1244 h 2665"/>
                <a:gd name="T70" fmla="*/ 7 w 2141"/>
                <a:gd name="T71" fmla="*/ 988 h 2665"/>
                <a:gd name="T72" fmla="*/ 58 w 2141"/>
                <a:gd name="T73" fmla="*/ 742 h 2665"/>
                <a:gd name="T74" fmla="*/ 145 w 2141"/>
                <a:gd name="T75" fmla="*/ 540 h 2665"/>
                <a:gd name="T76" fmla="*/ 260 w 2141"/>
                <a:gd name="T77" fmla="*/ 376 h 2665"/>
                <a:gd name="T78" fmla="*/ 394 w 2141"/>
                <a:gd name="T79" fmla="*/ 249 h 2665"/>
                <a:gd name="T80" fmla="*/ 537 w 2141"/>
                <a:gd name="T81" fmla="*/ 152 h 2665"/>
                <a:gd name="T82" fmla="*/ 679 w 2141"/>
                <a:gd name="T83" fmla="*/ 83 h 2665"/>
                <a:gd name="T84" fmla="*/ 813 w 2141"/>
                <a:gd name="T85" fmla="*/ 37 h 2665"/>
                <a:gd name="T86" fmla="*/ 928 w 2141"/>
                <a:gd name="T87" fmla="*/ 9 h 26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141" h="2665">
                  <a:moveTo>
                    <a:pt x="1084" y="0"/>
                  </a:moveTo>
                  <a:lnTo>
                    <a:pt x="1162" y="6"/>
                  </a:lnTo>
                  <a:lnTo>
                    <a:pt x="1239" y="16"/>
                  </a:lnTo>
                  <a:lnTo>
                    <a:pt x="1316" y="32"/>
                  </a:lnTo>
                  <a:lnTo>
                    <a:pt x="1391" y="54"/>
                  </a:lnTo>
                  <a:lnTo>
                    <a:pt x="1465" y="82"/>
                  </a:lnTo>
                  <a:lnTo>
                    <a:pt x="1537" y="114"/>
                  </a:lnTo>
                  <a:lnTo>
                    <a:pt x="1606" y="152"/>
                  </a:lnTo>
                  <a:lnTo>
                    <a:pt x="1673" y="194"/>
                  </a:lnTo>
                  <a:lnTo>
                    <a:pt x="1737" y="242"/>
                  </a:lnTo>
                  <a:lnTo>
                    <a:pt x="1798" y="293"/>
                  </a:lnTo>
                  <a:lnTo>
                    <a:pt x="1855" y="349"/>
                  </a:lnTo>
                  <a:lnTo>
                    <a:pt x="1907" y="410"/>
                  </a:lnTo>
                  <a:lnTo>
                    <a:pt x="1956" y="476"/>
                  </a:lnTo>
                  <a:lnTo>
                    <a:pt x="2000" y="546"/>
                  </a:lnTo>
                  <a:lnTo>
                    <a:pt x="2038" y="618"/>
                  </a:lnTo>
                  <a:lnTo>
                    <a:pt x="2071" y="696"/>
                  </a:lnTo>
                  <a:lnTo>
                    <a:pt x="2099" y="777"/>
                  </a:lnTo>
                  <a:lnTo>
                    <a:pt x="2119" y="861"/>
                  </a:lnTo>
                  <a:lnTo>
                    <a:pt x="2134" y="949"/>
                  </a:lnTo>
                  <a:lnTo>
                    <a:pt x="2141" y="1039"/>
                  </a:lnTo>
                  <a:lnTo>
                    <a:pt x="2141" y="1133"/>
                  </a:lnTo>
                  <a:lnTo>
                    <a:pt x="2135" y="1231"/>
                  </a:lnTo>
                  <a:lnTo>
                    <a:pt x="2119" y="1331"/>
                  </a:lnTo>
                  <a:lnTo>
                    <a:pt x="2096" y="1433"/>
                  </a:lnTo>
                  <a:lnTo>
                    <a:pt x="2076" y="1500"/>
                  </a:lnTo>
                  <a:lnTo>
                    <a:pt x="2051" y="1562"/>
                  </a:lnTo>
                  <a:lnTo>
                    <a:pt x="2023" y="1619"/>
                  </a:lnTo>
                  <a:lnTo>
                    <a:pt x="1993" y="1672"/>
                  </a:lnTo>
                  <a:lnTo>
                    <a:pt x="1959" y="1722"/>
                  </a:lnTo>
                  <a:lnTo>
                    <a:pt x="1926" y="1769"/>
                  </a:lnTo>
                  <a:lnTo>
                    <a:pt x="1889" y="1816"/>
                  </a:lnTo>
                  <a:lnTo>
                    <a:pt x="1853" y="1859"/>
                  </a:lnTo>
                  <a:lnTo>
                    <a:pt x="1815" y="1903"/>
                  </a:lnTo>
                  <a:lnTo>
                    <a:pt x="1779" y="1945"/>
                  </a:lnTo>
                  <a:lnTo>
                    <a:pt x="1743" y="1990"/>
                  </a:lnTo>
                  <a:lnTo>
                    <a:pt x="1708" y="2035"/>
                  </a:lnTo>
                  <a:lnTo>
                    <a:pt x="1676" y="2082"/>
                  </a:lnTo>
                  <a:lnTo>
                    <a:pt x="1644" y="2133"/>
                  </a:lnTo>
                  <a:lnTo>
                    <a:pt x="1616" y="2185"/>
                  </a:lnTo>
                  <a:lnTo>
                    <a:pt x="1597" y="2226"/>
                  </a:lnTo>
                  <a:lnTo>
                    <a:pt x="1578" y="2265"/>
                  </a:lnTo>
                  <a:lnTo>
                    <a:pt x="1564" y="2304"/>
                  </a:lnTo>
                  <a:lnTo>
                    <a:pt x="1551" y="2344"/>
                  </a:lnTo>
                  <a:lnTo>
                    <a:pt x="1542" y="2384"/>
                  </a:lnTo>
                  <a:lnTo>
                    <a:pt x="1536" y="2428"/>
                  </a:lnTo>
                  <a:lnTo>
                    <a:pt x="1536" y="2473"/>
                  </a:lnTo>
                  <a:lnTo>
                    <a:pt x="1535" y="2512"/>
                  </a:lnTo>
                  <a:lnTo>
                    <a:pt x="1526" y="2549"/>
                  </a:lnTo>
                  <a:lnTo>
                    <a:pt x="1513" y="2581"/>
                  </a:lnTo>
                  <a:lnTo>
                    <a:pt x="1495" y="2608"/>
                  </a:lnTo>
                  <a:lnTo>
                    <a:pt x="1475" y="2632"/>
                  </a:lnTo>
                  <a:lnTo>
                    <a:pt x="1453" y="2649"/>
                  </a:lnTo>
                  <a:lnTo>
                    <a:pt x="1430" y="2661"/>
                  </a:lnTo>
                  <a:lnTo>
                    <a:pt x="1408" y="2665"/>
                  </a:lnTo>
                  <a:lnTo>
                    <a:pt x="1359" y="2665"/>
                  </a:lnTo>
                  <a:lnTo>
                    <a:pt x="1302" y="2665"/>
                  </a:lnTo>
                  <a:lnTo>
                    <a:pt x="1239" y="2665"/>
                  </a:lnTo>
                  <a:lnTo>
                    <a:pt x="1172" y="2665"/>
                  </a:lnTo>
                  <a:lnTo>
                    <a:pt x="1103" y="2664"/>
                  </a:lnTo>
                  <a:lnTo>
                    <a:pt x="1031" y="2664"/>
                  </a:lnTo>
                  <a:lnTo>
                    <a:pt x="961" y="2664"/>
                  </a:lnTo>
                  <a:lnTo>
                    <a:pt x="893" y="2664"/>
                  </a:lnTo>
                  <a:lnTo>
                    <a:pt x="828" y="2664"/>
                  </a:lnTo>
                  <a:lnTo>
                    <a:pt x="768" y="2665"/>
                  </a:lnTo>
                  <a:lnTo>
                    <a:pt x="736" y="2664"/>
                  </a:lnTo>
                  <a:lnTo>
                    <a:pt x="708" y="2656"/>
                  </a:lnTo>
                  <a:lnTo>
                    <a:pt x="687" y="2645"/>
                  </a:lnTo>
                  <a:lnTo>
                    <a:pt x="668" y="2629"/>
                  </a:lnTo>
                  <a:lnTo>
                    <a:pt x="652" y="2611"/>
                  </a:lnTo>
                  <a:lnTo>
                    <a:pt x="640" y="2592"/>
                  </a:lnTo>
                  <a:lnTo>
                    <a:pt x="633" y="2573"/>
                  </a:lnTo>
                  <a:lnTo>
                    <a:pt x="627" y="2554"/>
                  </a:lnTo>
                  <a:lnTo>
                    <a:pt x="624" y="2537"/>
                  </a:lnTo>
                  <a:lnTo>
                    <a:pt x="621" y="2514"/>
                  </a:lnTo>
                  <a:lnTo>
                    <a:pt x="621" y="2490"/>
                  </a:lnTo>
                  <a:lnTo>
                    <a:pt x="621" y="2467"/>
                  </a:lnTo>
                  <a:lnTo>
                    <a:pt x="621" y="2441"/>
                  </a:lnTo>
                  <a:lnTo>
                    <a:pt x="621" y="2415"/>
                  </a:lnTo>
                  <a:lnTo>
                    <a:pt x="620" y="2387"/>
                  </a:lnTo>
                  <a:lnTo>
                    <a:pt x="615" y="2358"/>
                  </a:lnTo>
                  <a:lnTo>
                    <a:pt x="609" y="2326"/>
                  </a:lnTo>
                  <a:lnTo>
                    <a:pt x="601" y="2293"/>
                  </a:lnTo>
                  <a:lnTo>
                    <a:pt x="589" y="2258"/>
                  </a:lnTo>
                  <a:lnTo>
                    <a:pt x="572" y="2220"/>
                  </a:lnTo>
                  <a:lnTo>
                    <a:pt x="550" y="2179"/>
                  </a:lnTo>
                  <a:lnTo>
                    <a:pt x="522" y="2136"/>
                  </a:lnTo>
                  <a:lnTo>
                    <a:pt x="489" y="2090"/>
                  </a:lnTo>
                  <a:lnTo>
                    <a:pt x="448" y="2041"/>
                  </a:lnTo>
                  <a:lnTo>
                    <a:pt x="429" y="2015"/>
                  </a:lnTo>
                  <a:lnTo>
                    <a:pt x="407" y="1984"/>
                  </a:lnTo>
                  <a:lnTo>
                    <a:pt x="380" y="1952"/>
                  </a:lnTo>
                  <a:lnTo>
                    <a:pt x="351" y="1917"/>
                  </a:lnTo>
                  <a:lnTo>
                    <a:pt x="319" y="1878"/>
                  </a:lnTo>
                  <a:lnTo>
                    <a:pt x="285" y="1837"/>
                  </a:lnTo>
                  <a:lnTo>
                    <a:pt x="250" y="1794"/>
                  </a:lnTo>
                  <a:lnTo>
                    <a:pt x="214" y="1746"/>
                  </a:lnTo>
                  <a:lnTo>
                    <a:pt x="179" y="1695"/>
                  </a:lnTo>
                  <a:lnTo>
                    <a:pt x="145" y="1641"/>
                  </a:lnTo>
                  <a:lnTo>
                    <a:pt x="113" y="1583"/>
                  </a:lnTo>
                  <a:lnTo>
                    <a:pt x="84" y="1523"/>
                  </a:lnTo>
                  <a:lnTo>
                    <a:pt x="58" y="1458"/>
                  </a:lnTo>
                  <a:lnTo>
                    <a:pt x="36" y="1391"/>
                  </a:lnTo>
                  <a:lnTo>
                    <a:pt x="19" y="1318"/>
                  </a:lnTo>
                  <a:lnTo>
                    <a:pt x="6" y="1244"/>
                  </a:lnTo>
                  <a:lnTo>
                    <a:pt x="0" y="1164"/>
                  </a:lnTo>
                  <a:lnTo>
                    <a:pt x="0" y="1081"/>
                  </a:lnTo>
                  <a:lnTo>
                    <a:pt x="7" y="988"/>
                  </a:lnTo>
                  <a:lnTo>
                    <a:pt x="19" y="901"/>
                  </a:lnTo>
                  <a:lnTo>
                    <a:pt x="36" y="819"/>
                  </a:lnTo>
                  <a:lnTo>
                    <a:pt x="58" y="742"/>
                  </a:lnTo>
                  <a:lnTo>
                    <a:pt x="83" y="669"/>
                  </a:lnTo>
                  <a:lnTo>
                    <a:pt x="112" y="602"/>
                  </a:lnTo>
                  <a:lnTo>
                    <a:pt x="145" y="540"/>
                  </a:lnTo>
                  <a:lnTo>
                    <a:pt x="180" y="480"/>
                  </a:lnTo>
                  <a:lnTo>
                    <a:pt x="220" y="426"/>
                  </a:lnTo>
                  <a:lnTo>
                    <a:pt x="260" y="376"/>
                  </a:lnTo>
                  <a:lnTo>
                    <a:pt x="304" y="330"/>
                  </a:lnTo>
                  <a:lnTo>
                    <a:pt x="348" y="287"/>
                  </a:lnTo>
                  <a:lnTo>
                    <a:pt x="394" y="249"/>
                  </a:lnTo>
                  <a:lnTo>
                    <a:pt x="441" y="213"/>
                  </a:lnTo>
                  <a:lnTo>
                    <a:pt x="489" y="181"/>
                  </a:lnTo>
                  <a:lnTo>
                    <a:pt x="537" y="152"/>
                  </a:lnTo>
                  <a:lnTo>
                    <a:pt x="585" y="125"/>
                  </a:lnTo>
                  <a:lnTo>
                    <a:pt x="633" y="104"/>
                  </a:lnTo>
                  <a:lnTo>
                    <a:pt x="679" y="83"/>
                  </a:lnTo>
                  <a:lnTo>
                    <a:pt x="726" y="64"/>
                  </a:lnTo>
                  <a:lnTo>
                    <a:pt x="769" y="50"/>
                  </a:lnTo>
                  <a:lnTo>
                    <a:pt x="813" y="37"/>
                  </a:lnTo>
                  <a:lnTo>
                    <a:pt x="854" y="25"/>
                  </a:lnTo>
                  <a:lnTo>
                    <a:pt x="892" y="16"/>
                  </a:lnTo>
                  <a:lnTo>
                    <a:pt x="928" y="9"/>
                  </a:lnTo>
                  <a:lnTo>
                    <a:pt x="1007" y="2"/>
                  </a:lnTo>
                  <a:lnTo>
                    <a:pt x="1084" y="0"/>
                  </a:lnTo>
                  <a:close/>
                </a:path>
              </a:pathLst>
            </a:custGeom>
            <a:grpFill/>
            <a:ln>
              <a:solidFill>
                <a:srgbClr val="25BDC7"/>
              </a:solidFill>
            </a:ln>
          </p:spPr>
          <p:txBody>
            <a:bodyPr vert="horz" wrap="square" lIns="91440" tIns="45720" rIns="91440" bIns="45720" numCol="1" anchor="t" anchorCtr="0" compatLnSpc="1">
              <a:prstTxWarp prst="textNoShape">
                <a:avLst/>
              </a:prstTxWarp>
            </a:bodyPr>
            <a:lstStyle/>
            <a:p>
              <a:endParaRPr lang="ko-KR" altLang="en-US" sz="2701"/>
            </a:p>
          </p:txBody>
        </p:sp>
        <p:sp>
          <p:nvSpPr>
            <p:cNvPr id="45" name="Rectangle 44">
              <a:extLst>
                <a:ext uri="{FF2B5EF4-FFF2-40B4-BE49-F238E27FC236}">
                  <a16:creationId xmlns:a16="http://schemas.microsoft.com/office/drawing/2014/main" id="{57BB3274-00B0-42D9-BC31-E46F4F9CA5D1}"/>
                </a:ext>
              </a:extLst>
            </p:cNvPr>
            <p:cNvSpPr/>
            <p:nvPr/>
          </p:nvSpPr>
          <p:spPr>
            <a:xfrm>
              <a:off x="10199168" y="2875432"/>
              <a:ext cx="73047" cy="486980"/>
            </a:xfrm>
            <a:prstGeom prst="rect">
              <a:avLst/>
            </a:prstGeom>
            <a:grpFill/>
            <a:ln>
              <a:solidFill>
                <a:srgbClr val="25BD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6" name="Rectangle 45">
              <a:extLst>
                <a:ext uri="{FF2B5EF4-FFF2-40B4-BE49-F238E27FC236}">
                  <a16:creationId xmlns:a16="http://schemas.microsoft.com/office/drawing/2014/main" id="{7AA58FD3-6C7A-4D66-82E9-D199BD3EB872}"/>
                </a:ext>
              </a:extLst>
            </p:cNvPr>
            <p:cNvSpPr/>
            <p:nvPr/>
          </p:nvSpPr>
          <p:spPr>
            <a:xfrm rot="8100000">
              <a:off x="9613374" y="3081280"/>
              <a:ext cx="73047" cy="486980"/>
            </a:xfrm>
            <a:prstGeom prst="rect">
              <a:avLst/>
            </a:prstGeom>
            <a:grpFill/>
            <a:ln>
              <a:solidFill>
                <a:srgbClr val="25BD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7" name="Rectangle 46">
              <a:extLst>
                <a:ext uri="{FF2B5EF4-FFF2-40B4-BE49-F238E27FC236}">
                  <a16:creationId xmlns:a16="http://schemas.microsoft.com/office/drawing/2014/main" id="{FAF55FC1-6402-4088-A491-3B1EB3F7A2F2}"/>
                </a:ext>
              </a:extLst>
            </p:cNvPr>
            <p:cNvSpPr/>
            <p:nvPr/>
          </p:nvSpPr>
          <p:spPr>
            <a:xfrm rot="16800000">
              <a:off x="9294239" y="3582372"/>
              <a:ext cx="73047" cy="486980"/>
            </a:xfrm>
            <a:prstGeom prst="rect">
              <a:avLst/>
            </a:prstGeom>
            <a:grpFill/>
            <a:ln>
              <a:solidFill>
                <a:srgbClr val="25BD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8" name="Freeform 4103">
              <a:extLst>
                <a:ext uri="{FF2B5EF4-FFF2-40B4-BE49-F238E27FC236}">
                  <a16:creationId xmlns:a16="http://schemas.microsoft.com/office/drawing/2014/main" id="{23D76467-4700-46EC-AD1A-CAF2D5A9A9CD}"/>
                </a:ext>
              </a:extLst>
            </p:cNvPr>
            <p:cNvSpPr/>
            <p:nvPr/>
          </p:nvSpPr>
          <p:spPr>
            <a:xfrm rot="18900000" flipV="1">
              <a:off x="10108452" y="4097750"/>
              <a:ext cx="475605" cy="267050"/>
            </a:xfrm>
            <a:custGeom>
              <a:avLst/>
              <a:gdLst>
                <a:gd name="connsiteX0" fmla="*/ 447675 w 447675"/>
                <a:gd name="connsiteY0" fmla="*/ 266700 h 266700"/>
                <a:gd name="connsiteX1" fmla="*/ 0 w 447675"/>
                <a:gd name="connsiteY1" fmla="*/ 171450 h 266700"/>
                <a:gd name="connsiteX2" fmla="*/ 342900 w 447675"/>
                <a:gd name="connsiteY2" fmla="*/ 0 h 266700"/>
                <a:gd name="connsiteX3" fmla="*/ 447675 w 447675"/>
                <a:gd name="connsiteY3" fmla="*/ 266700 h 266700"/>
                <a:gd name="connsiteX0" fmla="*/ 447675 w 464732"/>
                <a:gd name="connsiteY0" fmla="*/ 266700 h 266700"/>
                <a:gd name="connsiteX1" fmla="*/ 0 w 464732"/>
                <a:gd name="connsiteY1" fmla="*/ 171450 h 266700"/>
                <a:gd name="connsiteX2" fmla="*/ 342900 w 464732"/>
                <a:gd name="connsiteY2" fmla="*/ 0 h 266700"/>
                <a:gd name="connsiteX3" fmla="*/ 447675 w 464732"/>
                <a:gd name="connsiteY3" fmla="*/ 266700 h 266700"/>
                <a:gd name="connsiteX0" fmla="*/ 447675 w 492584"/>
                <a:gd name="connsiteY0" fmla="*/ 266700 h 266700"/>
                <a:gd name="connsiteX1" fmla="*/ 0 w 492584"/>
                <a:gd name="connsiteY1" fmla="*/ 171450 h 266700"/>
                <a:gd name="connsiteX2" fmla="*/ 342900 w 492584"/>
                <a:gd name="connsiteY2" fmla="*/ 0 h 266700"/>
                <a:gd name="connsiteX3" fmla="*/ 447675 w 492584"/>
                <a:gd name="connsiteY3" fmla="*/ 266700 h 266700"/>
                <a:gd name="connsiteX0" fmla="*/ 447675 w 492584"/>
                <a:gd name="connsiteY0" fmla="*/ 266700 h 267320"/>
                <a:gd name="connsiteX1" fmla="*/ 0 w 492584"/>
                <a:gd name="connsiteY1" fmla="*/ 171450 h 267320"/>
                <a:gd name="connsiteX2" fmla="*/ 342900 w 492584"/>
                <a:gd name="connsiteY2" fmla="*/ 0 h 267320"/>
                <a:gd name="connsiteX3" fmla="*/ 447675 w 492584"/>
                <a:gd name="connsiteY3" fmla="*/ 266700 h 267320"/>
                <a:gd name="connsiteX0" fmla="*/ 447675 w 492584"/>
                <a:gd name="connsiteY0" fmla="*/ 266700 h 268027"/>
                <a:gd name="connsiteX1" fmla="*/ 0 w 492584"/>
                <a:gd name="connsiteY1" fmla="*/ 171450 h 268027"/>
                <a:gd name="connsiteX2" fmla="*/ 342900 w 492584"/>
                <a:gd name="connsiteY2" fmla="*/ 0 h 268027"/>
                <a:gd name="connsiteX3" fmla="*/ 447675 w 492584"/>
                <a:gd name="connsiteY3" fmla="*/ 266700 h 268027"/>
                <a:gd name="connsiteX0" fmla="*/ 447675 w 492584"/>
                <a:gd name="connsiteY0" fmla="*/ 266700 h 268027"/>
                <a:gd name="connsiteX1" fmla="*/ 0 w 492584"/>
                <a:gd name="connsiteY1" fmla="*/ 171450 h 268027"/>
                <a:gd name="connsiteX2" fmla="*/ 342900 w 492584"/>
                <a:gd name="connsiteY2" fmla="*/ 0 h 268027"/>
                <a:gd name="connsiteX3" fmla="*/ 447675 w 492584"/>
                <a:gd name="connsiteY3" fmla="*/ 266700 h 268027"/>
                <a:gd name="connsiteX0" fmla="*/ 447675 w 492584"/>
                <a:gd name="connsiteY0" fmla="*/ 268433 h 269760"/>
                <a:gd name="connsiteX1" fmla="*/ 0 w 492584"/>
                <a:gd name="connsiteY1" fmla="*/ 173183 h 269760"/>
                <a:gd name="connsiteX2" fmla="*/ 342900 w 492584"/>
                <a:gd name="connsiteY2" fmla="*/ 1733 h 269760"/>
                <a:gd name="connsiteX3" fmla="*/ 447675 w 492584"/>
                <a:gd name="connsiteY3" fmla="*/ 268433 h 269760"/>
                <a:gd name="connsiteX0" fmla="*/ 447675 w 475131"/>
                <a:gd name="connsiteY0" fmla="*/ 268433 h 269760"/>
                <a:gd name="connsiteX1" fmla="*/ 0 w 475131"/>
                <a:gd name="connsiteY1" fmla="*/ 173183 h 269760"/>
                <a:gd name="connsiteX2" fmla="*/ 342900 w 475131"/>
                <a:gd name="connsiteY2" fmla="*/ 1733 h 269760"/>
                <a:gd name="connsiteX3" fmla="*/ 447675 w 475131"/>
                <a:gd name="connsiteY3" fmla="*/ 268433 h 269760"/>
                <a:gd name="connsiteX0" fmla="*/ 447675 w 496136"/>
                <a:gd name="connsiteY0" fmla="*/ 268433 h 269760"/>
                <a:gd name="connsiteX1" fmla="*/ 0 w 496136"/>
                <a:gd name="connsiteY1" fmla="*/ 173183 h 269760"/>
                <a:gd name="connsiteX2" fmla="*/ 342900 w 496136"/>
                <a:gd name="connsiteY2" fmla="*/ 1733 h 269760"/>
                <a:gd name="connsiteX3" fmla="*/ 447675 w 496136"/>
                <a:gd name="connsiteY3" fmla="*/ 268433 h 269760"/>
                <a:gd name="connsiteX0" fmla="*/ 447675 w 496136"/>
                <a:gd name="connsiteY0" fmla="*/ 268433 h 282774"/>
                <a:gd name="connsiteX1" fmla="*/ 0 w 496136"/>
                <a:gd name="connsiteY1" fmla="*/ 173183 h 282774"/>
                <a:gd name="connsiteX2" fmla="*/ 342900 w 496136"/>
                <a:gd name="connsiteY2" fmla="*/ 1733 h 282774"/>
                <a:gd name="connsiteX3" fmla="*/ 447675 w 496136"/>
                <a:gd name="connsiteY3" fmla="*/ 268433 h 282774"/>
                <a:gd name="connsiteX0" fmla="*/ 566944 w 615405"/>
                <a:gd name="connsiteY0" fmla="*/ 269154 h 280541"/>
                <a:gd name="connsiteX1" fmla="*/ 0 w 615405"/>
                <a:gd name="connsiteY1" fmla="*/ 146074 h 280541"/>
                <a:gd name="connsiteX2" fmla="*/ 462169 w 615405"/>
                <a:gd name="connsiteY2" fmla="*/ 2454 h 280541"/>
                <a:gd name="connsiteX3" fmla="*/ 566944 w 615405"/>
                <a:gd name="connsiteY3" fmla="*/ 269154 h 280541"/>
                <a:gd name="connsiteX0" fmla="*/ 566944 w 615405"/>
                <a:gd name="connsiteY0" fmla="*/ 268907 h 280294"/>
                <a:gd name="connsiteX1" fmla="*/ 0 w 615405"/>
                <a:gd name="connsiteY1" fmla="*/ 145827 h 280294"/>
                <a:gd name="connsiteX2" fmla="*/ 462169 w 615405"/>
                <a:gd name="connsiteY2" fmla="*/ 2207 h 280294"/>
                <a:gd name="connsiteX3" fmla="*/ 566944 w 615405"/>
                <a:gd name="connsiteY3" fmla="*/ 268907 h 280294"/>
                <a:gd name="connsiteX0" fmla="*/ 586822 w 629800"/>
                <a:gd name="connsiteY0" fmla="*/ 316615 h 324962"/>
                <a:gd name="connsiteX1" fmla="*/ 0 w 629800"/>
                <a:gd name="connsiteY1" fmla="*/ 145827 h 324962"/>
                <a:gd name="connsiteX2" fmla="*/ 462169 w 629800"/>
                <a:gd name="connsiteY2" fmla="*/ 2207 h 324962"/>
                <a:gd name="connsiteX3" fmla="*/ 586822 w 629800"/>
                <a:gd name="connsiteY3" fmla="*/ 316615 h 324962"/>
                <a:gd name="connsiteX0" fmla="*/ 586822 w 635283"/>
                <a:gd name="connsiteY0" fmla="*/ 282677 h 291024"/>
                <a:gd name="connsiteX1" fmla="*/ 0 w 635283"/>
                <a:gd name="connsiteY1" fmla="*/ 111889 h 291024"/>
                <a:gd name="connsiteX2" fmla="*/ 482047 w 635283"/>
                <a:gd name="connsiteY2" fmla="*/ 4050 h 291024"/>
                <a:gd name="connsiteX3" fmla="*/ 586822 w 635283"/>
                <a:gd name="connsiteY3" fmla="*/ 282677 h 291024"/>
                <a:gd name="connsiteX0" fmla="*/ 622603 w 661839"/>
                <a:gd name="connsiteY0" fmla="*/ 342312 h 348542"/>
                <a:gd name="connsiteX1" fmla="*/ 0 w 661839"/>
                <a:gd name="connsiteY1" fmla="*/ 111889 h 348542"/>
                <a:gd name="connsiteX2" fmla="*/ 482047 w 661839"/>
                <a:gd name="connsiteY2" fmla="*/ 4050 h 348542"/>
                <a:gd name="connsiteX3" fmla="*/ 622603 w 661839"/>
                <a:gd name="connsiteY3" fmla="*/ 342312 h 348542"/>
                <a:gd name="connsiteX0" fmla="*/ 622603 w 639127"/>
                <a:gd name="connsiteY0" fmla="*/ 342312 h 348542"/>
                <a:gd name="connsiteX1" fmla="*/ 0 w 639127"/>
                <a:gd name="connsiteY1" fmla="*/ 111889 h 348542"/>
                <a:gd name="connsiteX2" fmla="*/ 482047 w 639127"/>
                <a:gd name="connsiteY2" fmla="*/ 4050 h 348542"/>
                <a:gd name="connsiteX3" fmla="*/ 622603 w 639127"/>
                <a:gd name="connsiteY3" fmla="*/ 342312 h 348542"/>
                <a:gd name="connsiteX0" fmla="*/ 622603 w 639127"/>
                <a:gd name="connsiteY0" fmla="*/ 342312 h 342312"/>
                <a:gd name="connsiteX1" fmla="*/ 0 w 639127"/>
                <a:gd name="connsiteY1" fmla="*/ 111889 h 342312"/>
                <a:gd name="connsiteX2" fmla="*/ 482047 w 639127"/>
                <a:gd name="connsiteY2" fmla="*/ 4050 h 342312"/>
                <a:gd name="connsiteX3" fmla="*/ 622603 w 639127"/>
                <a:gd name="connsiteY3" fmla="*/ 342312 h 342312"/>
                <a:gd name="connsiteX0" fmla="*/ 622603 w 639127"/>
                <a:gd name="connsiteY0" fmla="*/ 342312 h 342312"/>
                <a:gd name="connsiteX1" fmla="*/ 0 w 639127"/>
                <a:gd name="connsiteY1" fmla="*/ 111889 h 342312"/>
                <a:gd name="connsiteX2" fmla="*/ 482047 w 639127"/>
                <a:gd name="connsiteY2" fmla="*/ 4050 h 342312"/>
                <a:gd name="connsiteX3" fmla="*/ 622603 w 639127"/>
                <a:gd name="connsiteY3" fmla="*/ 342312 h 342312"/>
                <a:gd name="connsiteX0" fmla="*/ 622603 w 639127"/>
                <a:gd name="connsiteY0" fmla="*/ 342312 h 355031"/>
                <a:gd name="connsiteX1" fmla="*/ 0 w 639127"/>
                <a:gd name="connsiteY1" fmla="*/ 111889 h 355031"/>
                <a:gd name="connsiteX2" fmla="*/ 482047 w 639127"/>
                <a:gd name="connsiteY2" fmla="*/ 4050 h 355031"/>
                <a:gd name="connsiteX3" fmla="*/ 622603 w 639127"/>
                <a:gd name="connsiteY3" fmla="*/ 342312 h 355031"/>
                <a:gd name="connsiteX0" fmla="*/ 622603 w 644668"/>
                <a:gd name="connsiteY0" fmla="*/ 342312 h 355031"/>
                <a:gd name="connsiteX1" fmla="*/ 0 w 644668"/>
                <a:gd name="connsiteY1" fmla="*/ 111889 h 355031"/>
                <a:gd name="connsiteX2" fmla="*/ 482047 w 644668"/>
                <a:gd name="connsiteY2" fmla="*/ 4050 h 355031"/>
                <a:gd name="connsiteX3" fmla="*/ 622603 w 644668"/>
                <a:gd name="connsiteY3" fmla="*/ 342312 h 355031"/>
                <a:gd name="connsiteX0" fmla="*/ 622603 w 644668"/>
                <a:gd name="connsiteY0" fmla="*/ 342312 h 355031"/>
                <a:gd name="connsiteX1" fmla="*/ 0 w 644668"/>
                <a:gd name="connsiteY1" fmla="*/ 111889 h 355031"/>
                <a:gd name="connsiteX2" fmla="*/ 482047 w 644668"/>
                <a:gd name="connsiteY2" fmla="*/ 4050 h 355031"/>
                <a:gd name="connsiteX3" fmla="*/ 622603 w 644668"/>
                <a:gd name="connsiteY3" fmla="*/ 342312 h 355031"/>
                <a:gd name="connsiteX0" fmla="*/ 622603 w 642663"/>
                <a:gd name="connsiteY0" fmla="*/ 328262 h 340981"/>
                <a:gd name="connsiteX1" fmla="*/ 0 w 642663"/>
                <a:gd name="connsiteY1" fmla="*/ 97839 h 340981"/>
                <a:gd name="connsiteX2" fmla="*/ 474095 w 642663"/>
                <a:gd name="connsiteY2" fmla="*/ 5903 h 340981"/>
                <a:gd name="connsiteX3" fmla="*/ 622603 w 642663"/>
                <a:gd name="connsiteY3" fmla="*/ 328262 h 340981"/>
                <a:gd name="connsiteX0" fmla="*/ 622603 w 642663"/>
                <a:gd name="connsiteY0" fmla="*/ 341991 h 354710"/>
                <a:gd name="connsiteX1" fmla="*/ 0 w 642663"/>
                <a:gd name="connsiteY1" fmla="*/ 111568 h 354710"/>
                <a:gd name="connsiteX2" fmla="*/ 474095 w 642663"/>
                <a:gd name="connsiteY2" fmla="*/ 19632 h 354710"/>
                <a:gd name="connsiteX3" fmla="*/ 622603 w 642663"/>
                <a:gd name="connsiteY3" fmla="*/ 341991 h 354710"/>
                <a:gd name="connsiteX0" fmla="*/ 622603 w 631721"/>
                <a:gd name="connsiteY0" fmla="*/ 341991 h 354710"/>
                <a:gd name="connsiteX1" fmla="*/ 0 w 631721"/>
                <a:gd name="connsiteY1" fmla="*/ 111568 h 354710"/>
                <a:gd name="connsiteX2" fmla="*/ 474095 w 631721"/>
                <a:gd name="connsiteY2" fmla="*/ 19632 h 354710"/>
                <a:gd name="connsiteX3" fmla="*/ 622603 w 631721"/>
                <a:gd name="connsiteY3" fmla="*/ 341991 h 354710"/>
              </a:gdLst>
              <a:ahLst/>
              <a:cxnLst>
                <a:cxn ang="0">
                  <a:pos x="connsiteX0" y="connsiteY0"/>
                </a:cxn>
                <a:cxn ang="0">
                  <a:pos x="connsiteX1" y="connsiteY1"/>
                </a:cxn>
                <a:cxn ang="0">
                  <a:pos x="connsiteX2" y="connsiteY2"/>
                </a:cxn>
                <a:cxn ang="0">
                  <a:pos x="connsiteX3" y="connsiteY3"/>
                </a:cxn>
              </a:cxnLst>
              <a:rect l="l" t="t" r="r" b="b"/>
              <a:pathLst>
                <a:path w="631721" h="354710">
                  <a:moveTo>
                    <a:pt x="622603" y="341991"/>
                  </a:moveTo>
                  <a:cubicBezTo>
                    <a:pt x="453500" y="405656"/>
                    <a:pt x="248616" y="214880"/>
                    <a:pt x="0" y="111568"/>
                  </a:cubicBezTo>
                  <a:cubicBezTo>
                    <a:pt x="213691" y="10686"/>
                    <a:pt x="395576" y="-26586"/>
                    <a:pt x="474095" y="19632"/>
                  </a:cubicBezTo>
                  <a:cubicBezTo>
                    <a:pt x="580581" y="68776"/>
                    <a:pt x="659239" y="241164"/>
                    <a:pt x="622603" y="341991"/>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9" name="Freeform 123">
              <a:extLst>
                <a:ext uri="{FF2B5EF4-FFF2-40B4-BE49-F238E27FC236}">
                  <a16:creationId xmlns:a16="http://schemas.microsoft.com/office/drawing/2014/main" id="{F0955F00-C260-45C2-BF85-5168E0E2DAFB}"/>
                </a:ext>
              </a:extLst>
            </p:cNvPr>
            <p:cNvSpPr/>
            <p:nvPr/>
          </p:nvSpPr>
          <p:spPr>
            <a:xfrm rot="13284775">
              <a:off x="9960891" y="4191599"/>
              <a:ext cx="350851" cy="197003"/>
            </a:xfrm>
            <a:custGeom>
              <a:avLst/>
              <a:gdLst>
                <a:gd name="connsiteX0" fmla="*/ 447675 w 447675"/>
                <a:gd name="connsiteY0" fmla="*/ 266700 h 266700"/>
                <a:gd name="connsiteX1" fmla="*/ 0 w 447675"/>
                <a:gd name="connsiteY1" fmla="*/ 171450 h 266700"/>
                <a:gd name="connsiteX2" fmla="*/ 342900 w 447675"/>
                <a:gd name="connsiteY2" fmla="*/ 0 h 266700"/>
                <a:gd name="connsiteX3" fmla="*/ 447675 w 447675"/>
                <a:gd name="connsiteY3" fmla="*/ 266700 h 266700"/>
                <a:gd name="connsiteX0" fmla="*/ 447675 w 464732"/>
                <a:gd name="connsiteY0" fmla="*/ 266700 h 266700"/>
                <a:gd name="connsiteX1" fmla="*/ 0 w 464732"/>
                <a:gd name="connsiteY1" fmla="*/ 171450 h 266700"/>
                <a:gd name="connsiteX2" fmla="*/ 342900 w 464732"/>
                <a:gd name="connsiteY2" fmla="*/ 0 h 266700"/>
                <a:gd name="connsiteX3" fmla="*/ 447675 w 464732"/>
                <a:gd name="connsiteY3" fmla="*/ 266700 h 266700"/>
                <a:gd name="connsiteX0" fmla="*/ 447675 w 492584"/>
                <a:gd name="connsiteY0" fmla="*/ 266700 h 266700"/>
                <a:gd name="connsiteX1" fmla="*/ 0 w 492584"/>
                <a:gd name="connsiteY1" fmla="*/ 171450 h 266700"/>
                <a:gd name="connsiteX2" fmla="*/ 342900 w 492584"/>
                <a:gd name="connsiteY2" fmla="*/ 0 h 266700"/>
                <a:gd name="connsiteX3" fmla="*/ 447675 w 492584"/>
                <a:gd name="connsiteY3" fmla="*/ 266700 h 266700"/>
                <a:gd name="connsiteX0" fmla="*/ 447675 w 492584"/>
                <a:gd name="connsiteY0" fmla="*/ 266700 h 267320"/>
                <a:gd name="connsiteX1" fmla="*/ 0 w 492584"/>
                <a:gd name="connsiteY1" fmla="*/ 171450 h 267320"/>
                <a:gd name="connsiteX2" fmla="*/ 342900 w 492584"/>
                <a:gd name="connsiteY2" fmla="*/ 0 h 267320"/>
                <a:gd name="connsiteX3" fmla="*/ 447675 w 492584"/>
                <a:gd name="connsiteY3" fmla="*/ 266700 h 267320"/>
                <a:gd name="connsiteX0" fmla="*/ 447675 w 492584"/>
                <a:gd name="connsiteY0" fmla="*/ 266700 h 268027"/>
                <a:gd name="connsiteX1" fmla="*/ 0 w 492584"/>
                <a:gd name="connsiteY1" fmla="*/ 171450 h 268027"/>
                <a:gd name="connsiteX2" fmla="*/ 342900 w 492584"/>
                <a:gd name="connsiteY2" fmla="*/ 0 h 268027"/>
                <a:gd name="connsiteX3" fmla="*/ 447675 w 492584"/>
                <a:gd name="connsiteY3" fmla="*/ 266700 h 268027"/>
                <a:gd name="connsiteX0" fmla="*/ 447675 w 492584"/>
                <a:gd name="connsiteY0" fmla="*/ 266700 h 268027"/>
                <a:gd name="connsiteX1" fmla="*/ 0 w 492584"/>
                <a:gd name="connsiteY1" fmla="*/ 171450 h 268027"/>
                <a:gd name="connsiteX2" fmla="*/ 342900 w 492584"/>
                <a:gd name="connsiteY2" fmla="*/ 0 h 268027"/>
                <a:gd name="connsiteX3" fmla="*/ 447675 w 492584"/>
                <a:gd name="connsiteY3" fmla="*/ 266700 h 268027"/>
                <a:gd name="connsiteX0" fmla="*/ 447675 w 492584"/>
                <a:gd name="connsiteY0" fmla="*/ 268433 h 269760"/>
                <a:gd name="connsiteX1" fmla="*/ 0 w 492584"/>
                <a:gd name="connsiteY1" fmla="*/ 173183 h 269760"/>
                <a:gd name="connsiteX2" fmla="*/ 342900 w 492584"/>
                <a:gd name="connsiteY2" fmla="*/ 1733 h 269760"/>
                <a:gd name="connsiteX3" fmla="*/ 447675 w 492584"/>
                <a:gd name="connsiteY3" fmla="*/ 268433 h 269760"/>
                <a:gd name="connsiteX0" fmla="*/ 447675 w 475131"/>
                <a:gd name="connsiteY0" fmla="*/ 268433 h 269760"/>
                <a:gd name="connsiteX1" fmla="*/ 0 w 475131"/>
                <a:gd name="connsiteY1" fmla="*/ 173183 h 269760"/>
                <a:gd name="connsiteX2" fmla="*/ 342900 w 475131"/>
                <a:gd name="connsiteY2" fmla="*/ 1733 h 269760"/>
                <a:gd name="connsiteX3" fmla="*/ 447675 w 475131"/>
                <a:gd name="connsiteY3" fmla="*/ 268433 h 269760"/>
                <a:gd name="connsiteX0" fmla="*/ 447675 w 496136"/>
                <a:gd name="connsiteY0" fmla="*/ 268433 h 269760"/>
                <a:gd name="connsiteX1" fmla="*/ 0 w 496136"/>
                <a:gd name="connsiteY1" fmla="*/ 173183 h 269760"/>
                <a:gd name="connsiteX2" fmla="*/ 342900 w 496136"/>
                <a:gd name="connsiteY2" fmla="*/ 1733 h 269760"/>
                <a:gd name="connsiteX3" fmla="*/ 447675 w 496136"/>
                <a:gd name="connsiteY3" fmla="*/ 268433 h 269760"/>
                <a:gd name="connsiteX0" fmla="*/ 447675 w 496136"/>
                <a:gd name="connsiteY0" fmla="*/ 268433 h 282774"/>
                <a:gd name="connsiteX1" fmla="*/ 0 w 496136"/>
                <a:gd name="connsiteY1" fmla="*/ 173183 h 282774"/>
                <a:gd name="connsiteX2" fmla="*/ 342900 w 496136"/>
                <a:gd name="connsiteY2" fmla="*/ 1733 h 282774"/>
                <a:gd name="connsiteX3" fmla="*/ 447675 w 496136"/>
                <a:gd name="connsiteY3" fmla="*/ 268433 h 282774"/>
                <a:gd name="connsiteX0" fmla="*/ 566944 w 615405"/>
                <a:gd name="connsiteY0" fmla="*/ 269154 h 280541"/>
                <a:gd name="connsiteX1" fmla="*/ 0 w 615405"/>
                <a:gd name="connsiteY1" fmla="*/ 146074 h 280541"/>
                <a:gd name="connsiteX2" fmla="*/ 462169 w 615405"/>
                <a:gd name="connsiteY2" fmla="*/ 2454 h 280541"/>
                <a:gd name="connsiteX3" fmla="*/ 566944 w 615405"/>
                <a:gd name="connsiteY3" fmla="*/ 269154 h 280541"/>
                <a:gd name="connsiteX0" fmla="*/ 566944 w 615405"/>
                <a:gd name="connsiteY0" fmla="*/ 268907 h 280294"/>
                <a:gd name="connsiteX1" fmla="*/ 0 w 615405"/>
                <a:gd name="connsiteY1" fmla="*/ 145827 h 280294"/>
                <a:gd name="connsiteX2" fmla="*/ 462169 w 615405"/>
                <a:gd name="connsiteY2" fmla="*/ 2207 h 280294"/>
                <a:gd name="connsiteX3" fmla="*/ 566944 w 615405"/>
                <a:gd name="connsiteY3" fmla="*/ 268907 h 280294"/>
                <a:gd name="connsiteX0" fmla="*/ 586822 w 629800"/>
                <a:gd name="connsiteY0" fmla="*/ 316615 h 324962"/>
                <a:gd name="connsiteX1" fmla="*/ 0 w 629800"/>
                <a:gd name="connsiteY1" fmla="*/ 145827 h 324962"/>
                <a:gd name="connsiteX2" fmla="*/ 462169 w 629800"/>
                <a:gd name="connsiteY2" fmla="*/ 2207 h 324962"/>
                <a:gd name="connsiteX3" fmla="*/ 586822 w 629800"/>
                <a:gd name="connsiteY3" fmla="*/ 316615 h 324962"/>
                <a:gd name="connsiteX0" fmla="*/ 586822 w 635283"/>
                <a:gd name="connsiteY0" fmla="*/ 282677 h 291024"/>
                <a:gd name="connsiteX1" fmla="*/ 0 w 635283"/>
                <a:gd name="connsiteY1" fmla="*/ 111889 h 291024"/>
                <a:gd name="connsiteX2" fmla="*/ 482047 w 635283"/>
                <a:gd name="connsiteY2" fmla="*/ 4050 h 291024"/>
                <a:gd name="connsiteX3" fmla="*/ 586822 w 635283"/>
                <a:gd name="connsiteY3" fmla="*/ 282677 h 291024"/>
                <a:gd name="connsiteX0" fmla="*/ 622603 w 661839"/>
                <a:gd name="connsiteY0" fmla="*/ 342312 h 348542"/>
                <a:gd name="connsiteX1" fmla="*/ 0 w 661839"/>
                <a:gd name="connsiteY1" fmla="*/ 111889 h 348542"/>
                <a:gd name="connsiteX2" fmla="*/ 482047 w 661839"/>
                <a:gd name="connsiteY2" fmla="*/ 4050 h 348542"/>
                <a:gd name="connsiteX3" fmla="*/ 622603 w 661839"/>
                <a:gd name="connsiteY3" fmla="*/ 342312 h 348542"/>
                <a:gd name="connsiteX0" fmla="*/ 622603 w 639127"/>
                <a:gd name="connsiteY0" fmla="*/ 342312 h 348542"/>
                <a:gd name="connsiteX1" fmla="*/ 0 w 639127"/>
                <a:gd name="connsiteY1" fmla="*/ 111889 h 348542"/>
                <a:gd name="connsiteX2" fmla="*/ 482047 w 639127"/>
                <a:gd name="connsiteY2" fmla="*/ 4050 h 348542"/>
                <a:gd name="connsiteX3" fmla="*/ 622603 w 639127"/>
                <a:gd name="connsiteY3" fmla="*/ 342312 h 348542"/>
                <a:gd name="connsiteX0" fmla="*/ 622603 w 639127"/>
                <a:gd name="connsiteY0" fmla="*/ 342312 h 342312"/>
                <a:gd name="connsiteX1" fmla="*/ 0 w 639127"/>
                <a:gd name="connsiteY1" fmla="*/ 111889 h 342312"/>
                <a:gd name="connsiteX2" fmla="*/ 482047 w 639127"/>
                <a:gd name="connsiteY2" fmla="*/ 4050 h 342312"/>
                <a:gd name="connsiteX3" fmla="*/ 622603 w 639127"/>
                <a:gd name="connsiteY3" fmla="*/ 342312 h 342312"/>
                <a:gd name="connsiteX0" fmla="*/ 622603 w 639127"/>
                <a:gd name="connsiteY0" fmla="*/ 342312 h 342312"/>
                <a:gd name="connsiteX1" fmla="*/ 0 w 639127"/>
                <a:gd name="connsiteY1" fmla="*/ 111889 h 342312"/>
                <a:gd name="connsiteX2" fmla="*/ 482047 w 639127"/>
                <a:gd name="connsiteY2" fmla="*/ 4050 h 342312"/>
                <a:gd name="connsiteX3" fmla="*/ 622603 w 639127"/>
                <a:gd name="connsiteY3" fmla="*/ 342312 h 342312"/>
                <a:gd name="connsiteX0" fmla="*/ 622603 w 639127"/>
                <a:gd name="connsiteY0" fmla="*/ 342312 h 355031"/>
                <a:gd name="connsiteX1" fmla="*/ 0 w 639127"/>
                <a:gd name="connsiteY1" fmla="*/ 111889 h 355031"/>
                <a:gd name="connsiteX2" fmla="*/ 482047 w 639127"/>
                <a:gd name="connsiteY2" fmla="*/ 4050 h 355031"/>
                <a:gd name="connsiteX3" fmla="*/ 622603 w 639127"/>
                <a:gd name="connsiteY3" fmla="*/ 342312 h 355031"/>
                <a:gd name="connsiteX0" fmla="*/ 622603 w 644668"/>
                <a:gd name="connsiteY0" fmla="*/ 342312 h 355031"/>
                <a:gd name="connsiteX1" fmla="*/ 0 w 644668"/>
                <a:gd name="connsiteY1" fmla="*/ 111889 h 355031"/>
                <a:gd name="connsiteX2" fmla="*/ 482047 w 644668"/>
                <a:gd name="connsiteY2" fmla="*/ 4050 h 355031"/>
                <a:gd name="connsiteX3" fmla="*/ 622603 w 644668"/>
                <a:gd name="connsiteY3" fmla="*/ 342312 h 355031"/>
                <a:gd name="connsiteX0" fmla="*/ 622603 w 644668"/>
                <a:gd name="connsiteY0" fmla="*/ 342312 h 355031"/>
                <a:gd name="connsiteX1" fmla="*/ 0 w 644668"/>
                <a:gd name="connsiteY1" fmla="*/ 111889 h 355031"/>
                <a:gd name="connsiteX2" fmla="*/ 482047 w 644668"/>
                <a:gd name="connsiteY2" fmla="*/ 4050 h 355031"/>
                <a:gd name="connsiteX3" fmla="*/ 622603 w 644668"/>
                <a:gd name="connsiteY3" fmla="*/ 342312 h 355031"/>
                <a:gd name="connsiteX0" fmla="*/ 622603 w 642663"/>
                <a:gd name="connsiteY0" fmla="*/ 328262 h 340981"/>
                <a:gd name="connsiteX1" fmla="*/ 0 w 642663"/>
                <a:gd name="connsiteY1" fmla="*/ 97839 h 340981"/>
                <a:gd name="connsiteX2" fmla="*/ 474095 w 642663"/>
                <a:gd name="connsiteY2" fmla="*/ 5903 h 340981"/>
                <a:gd name="connsiteX3" fmla="*/ 622603 w 642663"/>
                <a:gd name="connsiteY3" fmla="*/ 328262 h 340981"/>
                <a:gd name="connsiteX0" fmla="*/ 622603 w 642663"/>
                <a:gd name="connsiteY0" fmla="*/ 341991 h 354710"/>
                <a:gd name="connsiteX1" fmla="*/ 0 w 642663"/>
                <a:gd name="connsiteY1" fmla="*/ 111568 h 354710"/>
                <a:gd name="connsiteX2" fmla="*/ 474095 w 642663"/>
                <a:gd name="connsiteY2" fmla="*/ 19632 h 354710"/>
                <a:gd name="connsiteX3" fmla="*/ 622603 w 642663"/>
                <a:gd name="connsiteY3" fmla="*/ 341991 h 354710"/>
                <a:gd name="connsiteX0" fmla="*/ 622603 w 631721"/>
                <a:gd name="connsiteY0" fmla="*/ 341991 h 354710"/>
                <a:gd name="connsiteX1" fmla="*/ 0 w 631721"/>
                <a:gd name="connsiteY1" fmla="*/ 111568 h 354710"/>
                <a:gd name="connsiteX2" fmla="*/ 474095 w 631721"/>
                <a:gd name="connsiteY2" fmla="*/ 19632 h 354710"/>
                <a:gd name="connsiteX3" fmla="*/ 622603 w 631721"/>
                <a:gd name="connsiteY3" fmla="*/ 341991 h 354710"/>
              </a:gdLst>
              <a:ahLst/>
              <a:cxnLst>
                <a:cxn ang="0">
                  <a:pos x="connsiteX0" y="connsiteY0"/>
                </a:cxn>
                <a:cxn ang="0">
                  <a:pos x="connsiteX1" y="connsiteY1"/>
                </a:cxn>
                <a:cxn ang="0">
                  <a:pos x="connsiteX2" y="connsiteY2"/>
                </a:cxn>
                <a:cxn ang="0">
                  <a:pos x="connsiteX3" y="connsiteY3"/>
                </a:cxn>
              </a:cxnLst>
              <a:rect l="l" t="t" r="r" b="b"/>
              <a:pathLst>
                <a:path w="631721" h="354710">
                  <a:moveTo>
                    <a:pt x="622603" y="341991"/>
                  </a:moveTo>
                  <a:cubicBezTo>
                    <a:pt x="453500" y="405656"/>
                    <a:pt x="248616" y="214880"/>
                    <a:pt x="0" y="111568"/>
                  </a:cubicBezTo>
                  <a:cubicBezTo>
                    <a:pt x="213691" y="10686"/>
                    <a:pt x="395576" y="-26586"/>
                    <a:pt x="474095" y="19632"/>
                  </a:cubicBezTo>
                  <a:cubicBezTo>
                    <a:pt x="580581" y="68776"/>
                    <a:pt x="659239" y="241164"/>
                    <a:pt x="622603" y="341991"/>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0" name="Rectangle 49">
              <a:extLst>
                <a:ext uri="{FF2B5EF4-FFF2-40B4-BE49-F238E27FC236}">
                  <a16:creationId xmlns:a16="http://schemas.microsoft.com/office/drawing/2014/main" id="{23738DC1-F526-4E87-8909-22A99EBC97D4}"/>
                </a:ext>
              </a:extLst>
            </p:cNvPr>
            <p:cNvSpPr/>
            <p:nvPr/>
          </p:nvSpPr>
          <p:spPr>
            <a:xfrm>
              <a:off x="10201256" y="4404900"/>
              <a:ext cx="61845" cy="29222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1" name="Rectangle 116">
              <a:extLst>
                <a:ext uri="{FF2B5EF4-FFF2-40B4-BE49-F238E27FC236}">
                  <a16:creationId xmlns:a16="http://schemas.microsoft.com/office/drawing/2014/main" id="{EBD749E2-D93A-4BF5-89DD-44A0B5BAB052}"/>
                </a:ext>
              </a:extLst>
            </p:cNvPr>
            <p:cNvSpPr/>
            <p:nvPr/>
          </p:nvSpPr>
          <p:spPr>
            <a:xfrm rot="13500000" flipH="1">
              <a:off x="10791750" y="3081280"/>
              <a:ext cx="73047" cy="486980"/>
            </a:xfrm>
            <a:prstGeom prst="rect">
              <a:avLst/>
            </a:prstGeom>
            <a:grpFill/>
            <a:ln>
              <a:solidFill>
                <a:srgbClr val="25BD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2" name="Rectangle 118">
              <a:extLst>
                <a:ext uri="{FF2B5EF4-FFF2-40B4-BE49-F238E27FC236}">
                  <a16:creationId xmlns:a16="http://schemas.microsoft.com/office/drawing/2014/main" id="{F313F95A-65FE-44D6-8BB1-B618681A186B}"/>
                </a:ext>
              </a:extLst>
            </p:cNvPr>
            <p:cNvSpPr/>
            <p:nvPr/>
          </p:nvSpPr>
          <p:spPr>
            <a:xfrm rot="4800000" flipH="1">
              <a:off x="11110885" y="3582372"/>
              <a:ext cx="73047" cy="486980"/>
            </a:xfrm>
            <a:prstGeom prst="rect">
              <a:avLst/>
            </a:prstGeom>
            <a:grpFill/>
            <a:ln>
              <a:solidFill>
                <a:srgbClr val="25BD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pic>
        <p:nvPicPr>
          <p:cNvPr id="71" name="Picture 7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28378" y="4394051"/>
            <a:ext cx="937755" cy="689149"/>
          </a:xfrm>
          <a:prstGeom prst="rect">
            <a:avLst/>
          </a:prstGeom>
        </p:spPr>
      </p:pic>
      <p:sp>
        <p:nvSpPr>
          <p:cNvPr id="72" name="TextBox 71">
            <a:extLst>
              <a:ext uri="{FF2B5EF4-FFF2-40B4-BE49-F238E27FC236}">
                <a16:creationId xmlns:a16="http://schemas.microsoft.com/office/drawing/2014/main" id="{6BE1B940-85D9-4031-8F81-AF78C32628F3}"/>
              </a:ext>
            </a:extLst>
          </p:cNvPr>
          <p:cNvSpPr txBox="1"/>
          <p:nvPr/>
        </p:nvSpPr>
        <p:spPr>
          <a:xfrm>
            <a:off x="1085366" y="5172079"/>
            <a:ext cx="2571815" cy="461665"/>
          </a:xfrm>
          <a:prstGeom prst="rect">
            <a:avLst/>
          </a:prstGeom>
          <a:noFill/>
        </p:spPr>
        <p:txBody>
          <a:bodyPr wrap="square" rtlCol="0" anchor="ctr">
            <a:spAutoFit/>
          </a:bodyPr>
          <a:lstStyle/>
          <a:p>
            <a:r>
              <a:rPr lang="en-US" altLang="ko-KR" sz="2400" b="1" u="sng" dirty="0">
                <a:solidFill>
                  <a:schemeClr val="tx1">
                    <a:lumMod val="95000"/>
                    <a:lumOff val="5000"/>
                  </a:schemeClr>
                </a:solidFill>
                <a:cs typeface="Arial" pitchFamily="34" charset="0"/>
              </a:rPr>
              <a:t>SUBMITTED To :</a:t>
            </a:r>
            <a:endParaRPr lang="ko-KR" altLang="en-US" sz="2400" b="1" u="sng" dirty="0">
              <a:solidFill>
                <a:schemeClr val="tx1">
                  <a:lumMod val="95000"/>
                  <a:lumOff val="5000"/>
                </a:schemeClr>
              </a:solidFill>
              <a:cs typeface="Arial" pitchFamily="34" charset="0"/>
            </a:endParaRPr>
          </a:p>
        </p:txBody>
      </p:sp>
      <p:sp>
        <p:nvSpPr>
          <p:cNvPr id="75" name="TextBox 74">
            <a:extLst>
              <a:ext uri="{FF2B5EF4-FFF2-40B4-BE49-F238E27FC236}">
                <a16:creationId xmlns:a16="http://schemas.microsoft.com/office/drawing/2014/main" id="{8C2B9857-06BE-47BB-96B1-6DDF857D6E8F}"/>
              </a:ext>
            </a:extLst>
          </p:cNvPr>
          <p:cNvSpPr txBox="1"/>
          <p:nvPr/>
        </p:nvSpPr>
        <p:spPr>
          <a:xfrm rot="18921446">
            <a:off x="1821028" y="2012023"/>
            <a:ext cx="1561834" cy="338554"/>
          </a:xfrm>
          <a:prstGeom prst="rect">
            <a:avLst/>
          </a:prstGeom>
          <a:noFill/>
        </p:spPr>
        <p:txBody>
          <a:bodyPr wrap="square" rtlCol="0" anchor="ctr">
            <a:spAutoFit/>
          </a:bodyPr>
          <a:lstStyle/>
          <a:p>
            <a:pPr algn="ctr"/>
            <a:r>
              <a:rPr lang="en-US" altLang="ko-KR" sz="1600" b="1" dirty="0">
                <a:solidFill>
                  <a:srgbClr val="262626"/>
                </a:solidFill>
                <a:cs typeface="Arial" pitchFamily="34" charset="0"/>
              </a:rPr>
              <a:t>Session 2025-26</a:t>
            </a:r>
            <a:endParaRPr lang="ko-KR" altLang="en-US" sz="1600" b="1" dirty="0">
              <a:solidFill>
                <a:srgbClr val="262626"/>
              </a:solidFill>
              <a:cs typeface="Arial" pitchFamily="34" charset="0"/>
            </a:endParaRPr>
          </a:p>
        </p:txBody>
      </p:sp>
      <p:grpSp>
        <p:nvGrpSpPr>
          <p:cNvPr id="53" name="Group 52">
            <a:extLst>
              <a:ext uri="{FF2B5EF4-FFF2-40B4-BE49-F238E27FC236}">
                <a16:creationId xmlns:a16="http://schemas.microsoft.com/office/drawing/2014/main" id="{B23ACCC1-2EFA-4E88-BED7-988E635C285F}"/>
              </a:ext>
            </a:extLst>
          </p:cNvPr>
          <p:cNvGrpSpPr/>
          <p:nvPr/>
        </p:nvGrpSpPr>
        <p:grpSpPr>
          <a:xfrm rot="17422342">
            <a:off x="300703" y="4107116"/>
            <a:ext cx="819118" cy="664081"/>
            <a:chOff x="8213001" y="3218811"/>
            <a:chExt cx="1775655" cy="1439571"/>
          </a:xfrm>
        </p:grpSpPr>
        <p:sp>
          <p:nvSpPr>
            <p:cNvPr id="54" name="Freeform: Shape 272">
              <a:extLst>
                <a:ext uri="{FF2B5EF4-FFF2-40B4-BE49-F238E27FC236}">
                  <a16:creationId xmlns:a16="http://schemas.microsoft.com/office/drawing/2014/main" id="{1559F6EA-E20B-4632-8A04-D7E526B3C50E}"/>
                </a:ext>
              </a:extLst>
            </p:cNvPr>
            <p:cNvSpPr/>
            <p:nvPr/>
          </p:nvSpPr>
          <p:spPr>
            <a:xfrm>
              <a:off x="8670942" y="3273142"/>
              <a:ext cx="1128485" cy="806800"/>
            </a:xfrm>
            <a:custGeom>
              <a:avLst/>
              <a:gdLst>
                <a:gd name="connsiteX0" fmla="*/ 1019741 w 1128485"/>
                <a:gd name="connsiteY0" fmla="*/ 736806 h 806800"/>
                <a:gd name="connsiteX1" fmla="*/ 817345 w 1128485"/>
                <a:gd name="connsiteY1" fmla="*/ 792921 h 806800"/>
                <a:gd name="connsiteX2" fmla="*/ 761710 w 1128485"/>
                <a:gd name="connsiteY2" fmla="*/ 784767 h 806800"/>
                <a:gd name="connsiteX3" fmla="*/ 424064 w 1128485"/>
                <a:gd name="connsiteY3" fmla="*/ 702754 h 806800"/>
                <a:gd name="connsiteX4" fmla="*/ 385215 w 1128485"/>
                <a:gd name="connsiteY4" fmla="*/ 703233 h 806800"/>
                <a:gd name="connsiteX5" fmla="*/ 302723 w 1128485"/>
                <a:gd name="connsiteY5" fmla="*/ 732010 h 806800"/>
                <a:gd name="connsiteX6" fmla="*/ 289773 w 1128485"/>
                <a:gd name="connsiteY6" fmla="*/ 766542 h 806800"/>
                <a:gd name="connsiteX7" fmla="*/ 213515 w 1128485"/>
                <a:gd name="connsiteY7" fmla="*/ 753113 h 806800"/>
                <a:gd name="connsiteX8" fmla="*/ 63876 w 1128485"/>
                <a:gd name="connsiteY8" fmla="*/ 710427 h 806800"/>
                <a:gd name="connsiteX9" fmla="*/ 42774 w 1128485"/>
                <a:gd name="connsiteY9" fmla="*/ 710427 h 806800"/>
                <a:gd name="connsiteX10" fmla="*/ 5364 w 1128485"/>
                <a:gd name="connsiteY10" fmla="*/ 695080 h 806800"/>
                <a:gd name="connsiteX11" fmla="*/ 18313 w 1128485"/>
                <a:gd name="connsiteY11" fmla="*/ 646639 h 806800"/>
                <a:gd name="connsiteX12" fmla="*/ 75387 w 1128485"/>
                <a:gd name="connsiteY12" fmla="*/ 574698 h 806800"/>
                <a:gd name="connsiteX13" fmla="*/ 160758 w 1128485"/>
                <a:gd name="connsiteY13" fmla="*/ 454315 h 806800"/>
                <a:gd name="connsiteX14" fmla="*/ 174667 w 1128485"/>
                <a:gd name="connsiteY14" fmla="*/ 443764 h 806800"/>
                <a:gd name="connsiteX15" fmla="*/ 206800 w 1128485"/>
                <a:gd name="connsiteY15" fmla="*/ 461989 h 806800"/>
                <a:gd name="connsiteX16" fmla="*/ 298885 w 1128485"/>
                <a:gd name="connsiteY16" fmla="*/ 430335 h 806800"/>
                <a:gd name="connsiteX17" fmla="*/ 318070 w 1128485"/>
                <a:gd name="connsiteY17" fmla="*/ 405395 h 806800"/>
                <a:gd name="connsiteX18" fmla="*/ 473944 w 1128485"/>
                <a:gd name="connsiteY18" fmla="*/ 164630 h 806800"/>
                <a:gd name="connsiteX19" fmla="*/ 537253 w 1128485"/>
                <a:gd name="connsiteY19" fmla="*/ 123863 h 806800"/>
                <a:gd name="connsiteX20" fmla="*/ 565550 w 1128485"/>
                <a:gd name="connsiteY20" fmla="*/ 87413 h 806800"/>
                <a:gd name="connsiteX21" fmla="*/ 746842 w 1128485"/>
                <a:gd name="connsiteY21" fmla="*/ 2522 h 806800"/>
                <a:gd name="connsiteX22" fmla="*/ 726699 w 1128485"/>
                <a:gd name="connsiteY22" fmla="*/ 23624 h 806800"/>
                <a:gd name="connsiteX23" fmla="*/ 616388 w 1128485"/>
                <a:gd name="connsiteY23" fmla="*/ 117149 h 806800"/>
                <a:gd name="connsiteX24" fmla="*/ 741567 w 1128485"/>
                <a:gd name="connsiteY24" fmla="*/ 91250 h 806800"/>
                <a:gd name="connsiteX25" fmla="*/ 889287 w 1128485"/>
                <a:gd name="connsiteY25" fmla="*/ 109475 h 806800"/>
                <a:gd name="connsiteX26" fmla="*/ 971780 w 1128485"/>
                <a:gd name="connsiteY26" fmla="*/ 209714 h 806800"/>
                <a:gd name="connsiteX27" fmla="*/ 960269 w 1128485"/>
                <a:gd name="connsiteY27" fmla="*/ 250481 h 806800"/>
                <a:gd name="connsiteX28" fmla="*/ 943962 w 1128485"/>
                <a:gd name="connsiteY28" fmla="*/ 302279 h 806800"/>
                <a:gd name="connsiteX29" fmla="*/ 1059549 w 1128485"/>
                <a:gd name="connsiteY29" fmla="*/ 433212 h 806800"/>
                <a:gd name="connsiteX30" fmla="*/ 1113265 w 1128485"/>
                <a:gd name="connsiteY30" fmla="*/ 452876 h 806800"/>
                <a:gd name="connsiteX31" fmla="*/ 1122858 w 1128485"/>
                <a:gd name="connsiteY31" fmla="*/ 479735 h 806800"/>
                <a:gd name="connsiteX32" fmla="*/ 858112 w 1128485"/>
                <a:gd name="connsiteY32" fmla="*/ 726255 h 806800"/>
                <a:gd name="connsiteX33" fmla="*/ 994321 w 1128485"/>
                <a:gd name="connsiteY33" fmla="*/ 730571 h 806800"/>
                <a:gd name="connsiteX34" fmla="*/ 1019741 w 1128485"/>
                <a:gd name="connsiteY34" fmla="*/ 736806 h 80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128485" h="806800">
                  <a:moveTo>
                    <a:pt x="1019741" y="736806"/>
                  </a:moveTo>
                  <a:cubicBezTo>
                    <a:pt x="979933" y="798196"/>
                    <a:pt x="883531" y="825534"/>
                    <a:pt x="817345" y="792921"/>
                  </a:cubicBezTo>
                  <a:cubicBezTo>
                    <a:pt x="799120" y="783808"/>
                    <a:pt x="782334" y="782369"/>
                    <a:pt x="761710" y="784767"/>
                  </a:cubicBezTo>
                  <a:cubicBezTo>
                    <a:pt x="640369" y="796757"/>
                    <a:pt x="521425" y="791482"/>
                    <a:pt x="424064" y="702754"/>
                  </a:cubicBezTo>
                  <a:cubicBezTo>
                    <a:pt x="409676" y="689804"/>
                    <a:pt x="397206" y="698917"/>
                    <a:pt x="385215" y="703233"/>
                  </a:cubicBezTo>
                  <a:cubicBezTo>
                    <a:pt x="357398" y="712825"/>
                    <a:pt x="331020" y="724336"/>
                    <a:pt x="302723" y="732010"/>
                  </a:cubicBezTo>
                  <a:cubicBezTo>
                    <a:pt x="283538" y="737286"/>
                    <a:pt x="285457" y="752154"/>
                    <a:pt x="289773" y="766542"/>
                  </a:cubicBezTo>
                  <a:cubicBezTo>
                    <a:pt x="262915" y="772297"/>
                    <a:pt x="238455" y="759828"/>
                    <a:pt x="213515" y="753113"/>
                  </a:cubicBezTo>
                  <a:cubicBezTo>
                    <a:pt x="163635" y="739684"/>
                    <a:pt x="113276" y="727214"/>
                    <a:pt x="63876" y="710427"/>
                  </a:cubicBezTo>
                  <a:cubicBezTo>
                    <a:pt x="56682" y="708029"/>
                    <a:pt x="49968" y="708509"/>
                    <a:pt x="42774" y="710427"/>
                  </a:cubicBezTo>
                  <a:cubicBezTo>
                    <a:pt x="27905" y="711387"/>
                    <a:pt x="15915" y="704672"/>
                    <a:pt x="5364" y="695080"/>
                  </a:cubicBezTo>
                  <a:cubicBezTo>
                    <a:pt x="-7586" y="674457"/>
                    <a:pt x="5364" y="660548"/>
                    <a:pt x="18313" y="646639"/>
                  </a:cubicBezTo>
                  <a:cubicBezTo>
                    <a:pt x="44692" y="628414"/>
                    <a:pt x="57162" y="599158"/>
                    <a:pt x="75387" y="574698"/>
                  </a:cubicBezTo>
                  <a:cubicBezTo>
                    <a:pt x="104643" y="534890"/>
                    <a:pt x="131981" y="494123"/>
                    <a:pt x="160758" y="454315"/>
                  </a:cubicBezTo>
                  <a:cubicBezTo>
                    <a:pt x="164115" y="449519"/>
                    <a:pt x="166033" y="442325"/>
                    <a:pt x="174667" y="443764"/>
                  </a:cubicBezTo>
                  <a:cubicBezTo>
                    <a:pt x="178024" y="462948"/>
                    <a:pt x="186177" y="470622"/>
                    <a:pt x="206800" y="461989"/>
                  </a:cubicBezTo>
                  <a:cubicBezTo>
                    <a:pt x="237016" y="449999"/>
                    <a:pt x="268191" y="440886"/>
                    <a:pt x="298885" y="430335"/>
                  </a:cubicBezTo>
                  <a:cubicBezTo>
                    <a:pt x="310396" y="426498"/>
                    <a:pt x="317111" y="417865"/>
                    <a:pt x="318070" y="405395"/>
                  </a:cubicBezTo>
                  <a:cubicBezTo>
                    <a:pt x="329101" y="298921"/>
                    <a:pt x="394328" y="226980"/>
                    <a:pt x="473944" y="164630"/>
                  </a:cubicBezTo>
                  <a:cubicBezTo>
                    <a:pt x="493608" y="149283"/>
                    <a:pt x="515670" y="136333"/>
                    <a:pt x="537253" y="123863"/>
                  </a:cubicBezTo>
                  <a:cubicBezTo>
                    <a:pt x="552120" y="115230"/>
                    <a:pt x="557875" y="101322"/>
                    <a:pt x="565550" y="87413"/>
                  </a:cubicBezTo>
                  <a:cubicBezTo>
                    <a:pt x="603919" y="21706"/>
                    <a:pt x="670584" y="-9469"/>
                    <a:pt x="746842" y="2522"/>
                  </a:cubicBezTo>
                  <a:cubicBezTo>
                    <a:pt x="746363" y="15471"/>
                    <a:pt x="735332" y="18828"/>
                    <a:pt x="726699" y="23624"/>
                  </a:cubicBezTo>
                  <a:cubicBezTo>
                    <a:pt x="670105" y="57677"/>
                    <a:pt x="641807" y="81178"/>
                    <a:pt x="616388" y="117149"/>
                  </a:cubicBezTo>
                  <a:cubicBezTo>
                    <a:pt x="659074" y="106597"/>
                    <a:pt x="699361" y="96046"/>
                    <a:pt x="741567" y="91250"/>
                  </a:cubicBezTo>
                  <a:cubicBezTo>
                    <a:pt x="792405" y="85494"/>
                    <a:pt x="842285" y="87413"/>
                    <a:pt x="889287" y="109475"/>
                  </a:cubicBezTo>
                  <a:cubicBezTo>
                    <a:pt x="932452" y="129619"/>
                    <a:pt x="959790" y="163671"/>
                    <a:pt x="971780" y="209714"/>
                  </a:cubicBezTo>
                  <a:cubicBezTo>
                    <a:pt x="976097" y="225541"/>
                    <a:pt x="974178" y="239450"/>
                    <a:pt x="960269" y="250481"/>
                  </a:cubicBezTo>
                  <a:cubicBezTo>
                    <a:pt x="943003" y="263910"/>
                    <a:pt x="940126" y="281655"/>
                    <a:pt x="943962" y="302279"/>
                  </a:cubicBezTo>
                  <a:cubicBezTo>
                    <a:pt x="956433" y="368945"/>
                    <a:pt x="1001996" y="406354"/>
                    <a:pt x="1059549" y="433212"/>
                  </a:cubicBezTo>
                  <a:cubicBezTo>
                    <a:pt x="1076815" y="441366"/>
                    <a:pt x="1095040" y="447121"/>
                    <a:pt x="1113265" y="452876"/>
                  </a:cubicBezTo>
                  <a:cubicBezTo>
                    <a:pt x="1127654" y="457673"/>
                    <a:pt x="1133889" y="466785"/>
                    <a:pt x="1122858" y="479735"/>
                  </a:cubicBezTo>
                  <a:cubicBezTo>
                    <a:pt x="1045640" y="573259"/>
                    <a:pt x="974178" y="673498"/>
                    <a:pt x="858112" y="726255"/>
                  </a:cubicBezTo>
                  <a:cubicBezTo>
                    <a:pt x="903675" y="734408"/>
                    <a:pt x="949239" y="732010"/>
                    <a:pt x="994321" y="730571"/>
                  </a:cubicBezTo>
                  <a:cubicBezTo>
                    <a:pt x="1003434" y="730571"/>
                    <a:pt x="1013506" y="725295"/>
                    <a:pt x="1019741" y="736806"/>
                  </a:cubicBezTo>
                  <a:close/>
                </a:path>
              </a:pathLst>
            </a:custGeom>
            <a:solidFill>
              <a:srgbClr val="F0C8A4"/>
            </a:solidFill>
            <a:ln w="4795" cap="flat">
              <a:noFill/>
              <a:prstDash val="solid"/>
              <a:miter/>
            </a:ln>
          </p:spPr>
          <p:txBody>
            <a:bodyPr rtlCol="0" anchor="ctr"/>
            <a:lstStyle/>
            <a:p>
              <a:endParaRPr lang="en-US"/>
            </a:p>
          </p:txBody>
        </p:sp>
        <p:sp>
          <p:nvSpPr>
            <p:cNvPr id="55" name="Freeform: Shape 273">
              <a:extLst>
                <a:ext uri="{FF2B5EF4-FFF2-40B4-BE49-F238E27FC236}">
                  <a16:creationId xmlns:a16="http://schemas.microsoft.com/office/drawing/2014/main" id="{5FD280AC-11B0-4041-8F14-BD94B2773EA2}"/>
                </a:ext>
              </a:extLst>
            </p:cNvPr>
            <p:cNvSpPr/>
            <p:nvPr/>
          </p:nvSpPr>
          <p:spPr>
            <a:xfrm>
              <a:off x="9265268" y="3218811"/>
              <a:ext cx="723388" cy="795086"/>
            </a:xfrm>
            <a:custGeom>
              <a:avLst/>
              <a:gdLst>
                <a:gd name="connsiteX0" fmla="*/ 425415 w 723388"/>
                <a:gd name="connsiteY0" fmla="*/ 791137 h 795086"/>
                <a:gd name="connsiteX1" fmla="*/ 260428 w 723388"/>
                <a:gd name="connsiteY1" fmla="*/ 790178 h 795086"/>
                <a:gd name="connsiteX2" fmla="*/ 238846 w 723388"/>
                <a:gd name="connsiteY2" fmla="*/ 784423 h 795086"/>
                <a:gd name="connsiteX3" fmla="*/ 529490 w 723388"/>
                <a:gd name="connsiteY3" fmla="*/ 522555 h 795086"/>
                <a:gd name="connsiteX4" fmla="*/ 509347 w 723388"/>
                <a:gd name="connsiteY4" fmla="*/ 513443 h 795086"/>
                <a:gd name="connsiteX5" fmla="*/ 388005 w 723388"/>
                <a:gd name="connsiteY5" fmla="*/ 447736 h 795086"/>
                <a:gd name="connsiteX6" fmla="*/ 339085 w 723388"/>
                <a:gd name="connsiteY6" fmla="*/ 338864 h 795086"/>
                <a:gd name="connsiteX7" fmla="*/ 360667 w 723388"/>
                <a:gd name="connsiteY7" fmla="*/ 298577 h 795086"/>
                <a:gd name="connsiteX8" fmla="*/ 370739 w 723388"/>
                <a:gd name="connsiteY8" fmla="*/ 269321 h 795086"/>
                <a:gd name="connsiteX9" fmla="*/ 216304 w 723388"/>
                <a:gd name="connsiteY9" fmla="*/ 152296 h 795086"/>
                <a:gd name="connsiteX10" fmla="*/ 16306 w 723388"/>
                <a:gd name="connsiteY10" fmla="*/ 182991 h 795086"/>
                <a:gd name="connsiteX11" fmla="*/ 0 w 723388"/>
                <a:gd name="connsiteY11" fmla="*/ 187307 h 795086"/>
                <a:gd name="connsiteX12" fmla="*/ 53237 w 723388"/>
                <a:gd name="connsiteY12" fmla="*/ 124958 h 795086"/>
                <a:gd name="connsiteX13" fmla="*/ 151557 w 723388"/>
                <a:gd name="connsiteY13" fmla="*/ 57333 h 795086"/>
                <a:gd name="connsiteX14" fmla="*/ 275296 w 723388"/>
                <a:gd name="connsiteY14" fmla="*/ 14168 h 795086"/>
                <a:gd name="connsiteX15" fmla="*/ 590401 w 723388"/>
                <a:gd name="connsiteY15" fmla="*/ 101457 h 795086"/>
                <a:gd name="connsiteX16" fmla="*/ 718936 w 723388"/>
                <a:gd name="connsiteY16" fmla="*/ 477952 h 795086"/>
                <a:gd name="connsiteX17" fmla="*/ 718936 w 723388"/>
                <a:gd name="connsiteY17" fmla="*/ 503851 h 795086"/>
                <a:gd name="connsiteX18" fmla="*/ 601432 w 723388"/>
                <a:gd name="connsiteY18" fmla="*/ 736941 h 795086"/>
                <a:gd name="connsiteX19" fmla="*/ 447477 w 723388"/>
                <a:gd name="connsiteY19" fmla="*/ 785862 h 795086"/>
                <a:gd name="connsiteX20" fmla="*/ 425415 w 723388"/>
                <a:gd name="connsiteY20" fmla="*/ 791137 h 795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23388" h="795086">
                  <a:moveTo>
                    <a:pt x="425415" y="791137"/>
                  </a:moveTo>
                  <a:cubicBezTo>
                    <a:pt x="370259" y="794015"/>
                    <a:pt x="315584" y="798811"/>
                    <a:pt x="260428" y="790178"/>
                  </a:cubicBezTo>
                  <a:cubicBezTo>
                    <a:pt x="253714" y="789219"/>
                    <a:pt x="247000" y="788260"/>
                    <a:pt x="238846" y="784423"/>
                  </a:cubicBezTo>
                  <a:cubicBezTo>
                    <a:pt x="369301" y="733584"/>
                    <a:pt x="443640" y="622315"/>
                    <a:pt x="529490" y="522555"/>
                  </a:cubicBezTo>
                  <a:cubicBezTo>
                    <a:pt x="525654" y="513922"/>
                    <a:pt x="516061" y="515361"/>
                    <a:pt x="509347" y="513443"/>
                  </a:cubicBezTo>
                  <a:cubicBezTo>
                    <a:pt x="464263" y="499534"/>
                    <a:pt x="422537" y="479390"/>
                    <a:pt x="388005" y="447736"/>
                  </a:cubicBezTo>
                  <a:cubicBezTo>
                    <a:pt x="356830" y="419439"/>
                    <a:pt x="341962" y="381070"/>
                    <a:pt x="339085" y="338864"/>
                  </a:cubicBezTo>
                  <a:cubicBezTo>
                    <a:pt x="338126" y="322078"/>
                    <a:pt x="344840" y="306730"/>
                    <a:pt x="360667" y="298577"/>
                  </a:cubicBezTo>
                  <a:cubicBezTo>
                    <a:pt x="375056" y="291383"/>
                    <a:pt x="374097" y="281791"/>
                    <a:pt x="370739" y="269321"/>
                  </a:cubicBezTo>
                  <a:cubicBezTo>
                    <a:pt x="352514" y="198818"/>
                    <a:pt x="297359" y="157092"/>
                    <a:pt x="216304" y="152296"/>
                  </a:cubicBezTo>
                  <a:cubicBezTo>
                    <a:pt x="147240" y="148459"/>
                    <a:pt x="81054" y="161888"/>
                    <a:pt x="16306" y="182991"/>
                  </a:cubicBezTo>
                  <a:cubicBezTo>
                    <a:pt x="12949" y="183950"/>
                    <a:pt x="9112" y="184909"/>
                    <a:pt x="0" y="187307"/>
                  </a:cubicBezTo>
                  <a:cubicBezTo>
                    <a:pt x="16786" y="160929"/>
                    <a:pt x="34532" y="142703"/>
                    <a:pt x="53237" y="124958"/>
                  </a:cubicBezTo>
                  <a:cubicBezTo>
                    <a:pt x="82972" y="97620"/>
                    <a:pt x="118464" y="78915"/>
                    <a:pt x="151557" y="57333"/>
                  </a:cubicBezTo>
                  <a:cubicBezTo>
                    <a:pt x="192324" y="42465"/>
                    <a:pt x="233091" y="26638"/>
                    <a:pt x="275296" y="14168"/>
                  </a:cubicBezTo>
                  <a:cubicBezTo>
                    <a:pt x="399516" y="-22762"/>
                    <a:pt x="501673" y="14647"/>
                    <a:pt x="590401" y="101457"/>
                  </a:cubicBezTo>
                  <a:cubicBezTo>
                    <a:pt x="696875" y="205053"/>
                    <a:pt x="733325" y="333109"/>
                    <a:pt x="718936" y="477952"/>
                  </a:cubicBezTo>
                  <a:cubicBezTo>
                    <a:pt x="717978" y="486584"/>
                    <a:pt x="717498" y="495218"/>
                    <a:pt x="718936" y="503851"/>
                  </a:cubicBezTo>
                  <a:cubicBezTo>
                    <a:pt x="736682" y="615120"/>
                    <a:pt x="702150" y="684184"/>
                    <a:pt x="601432" y="736941"/>
                  </a:cubicBezTo>
                  <a:cubicBezTo>
                    <a:pt x="552991" y="762361"/>
                    <a:pt x="501673" y="778188"/>
                    <a:pt x="447477" y="785862"/>
                  </a:cubicBezTo>
                  <a:cubicBezTo>
                    <a:pt x="440762" y="786821"/>
                    <a:pt x="433088" y="789219"/>
                    <a:pt x="425415" y="791137"/>
                  </a:cubicBezTo>
                  <a:close/>
                </a:path>
              </a:pathLst>
            </a:custGeom>
            <a:solidFill>
              <a:srgbClr val="262421"/>
            </a:solidFill>
            <a:ln w="4795" cap="flat">
              <a:noFill/>
              <a:prstDash val="solid"/>
              <a:miter/>
            </a:ln>
          </p:spPr>
          <p:txBody>
            <a:bodyPr rtlCol="0" anchor="ctr"/>
            <a:lstStyle/>
            <a:p>
              <a:endParaRPr lang="en-US"/>
            </a:p>
          </p:txBody>
        </p:sp>
        <p:sp>
          <p:nvSpPr>
            <p:cNvPr id="56" name="Freeform: Shape 274">
              <a:extLst>
                <a:ext uri="{FF2B5EF4-FFF2-40B4-BE49-F238E27FC236}">
                  <a16:creationId xmlns:a16="http://schemas.microsoft.com/office/drawing/2014/main" id="{B3F4E7F4-1FE0-48A2-A83E-D2F21CF0440C}"/>
                </a:ext>
              </a:extLst>
            </p:cNvPr>
            <p:cNvSpPr/>
            <p:nvPr/>
          </p:nvSpPr>
          <p:spPr>
            <a:xfrm>
              <a:off x="8213001" y="3379690"/>
              <a:ext cx="594717" cy="583736"/>
            </a:xfrm>
            <a:custGeom>
              <a:avLst/>
              <a:gdLst>
                <a:gd name="connsiteX0" fmla="*/ 312227 w 594717"/>
                <a:gd name="connsiteY0" fmla="*/ 583736 h 583736"/>
                <a:gd name="connsiteX1" fmla="*/ 66666 w 594717"/>
                <a:gd name="connsiteY1" fmla="*/ 124268 h 583736"/>
                <a:gd name="connsiteX2" fmla="*/ 0 w 594717"/>
                <a:gd name="connsiteY2" fmla="*/ 28826 h 583736"/>
                <a:gd name="connsiteX3" fmla="*/ 249877 w 594717"/>
                <a:gd name="connsiteY3" fmla="*/ 1968 h 583736"/>
                <a:gd name="connsiteX4" fmla="*/ 373137 w 594717"/>
                <a:gd name="connsiteY4" fmla="*/ 44174 h 583736"/>
                <a:gd name="connsiteX5" fmla="*/ 559226 w 594717"/>
                <a:gd name="connsiteY5" fmla="*/ 244651 h 583736"/>
                <a:gd name="connsiteX6" fmla="*/ 594718 w 594717"/>
                <a:gd name="connsiteY6" fmla="*/ 295969 h 583736"/>
                <a:gd name="connsiteX7" fmla="*/ 588962 w 594717"/>
                <a:gd name="connsiteY7" fmla="*/ 299326 h 583736"/>
                <a:gd name="connsiteX8" fmla="*/ 474335 w 594717"/>
                <a:gd name="connsiteY8" fmla="*/ 315154 h 583736"/>
                <a:gd name="connsiteX9" fmla="*/ 351555 w 594717"/>
                <a:gd name="connsiteY9" fmla="*/ 355441 h 583736"/>
                <a:gd name="connsiteX10" fmla="*/ 502153 w 594717"/>
                <a:gd name="connsiteY10" fmla="*/ 433138 h 583736"/>
                <a:gd name="connsiteX11" fmla="*/ 516541 w 594717"/>
                <a:gd name="connsiteY11" fmla="*/ 472946 h 583736"/>
                <a:gd name="connsiteX12" fmla="*/ 492560 w 594717"/>
                <a:gd name="connsiteY12" fmla="*/ 516591 h 583736"/>
                <a:gd name="connsiteX13" fmla="*/ 312227 w 594717"/>
                <a:gd name="connsiteY13" fmla="*/ 583736 h 583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4717" h="583736">
                  <a:moveTo>
                    <a:pt x="312227" y="583736"/>
                  </a:moveTo>
                  <a:cubicBezTo>
                    <a:pt x="246040" y="422107"/>
                    <a:pt x="162588" y="269591"/>
                    <a:pt x="66666" y="124268"/>
                  </a:cubicBezTo>
                  <a:cubicBezTo>
                    <a:pt x="45084" y="91655"/>
                    <a:pt x="22062" y="60480"/>
                    <a:pt x="0" y="28826"/>
                  </a:cubicBezTo>
                  <a:cubicBezTo>
                    <a:pt x="46043" y="26428"/>
                    <a:pt x="214386" y="9162"/>
                    <a:pt x="249877" y="1968"/>
                  </a:cubicBezTo>
                  <a:cubicBezTo>
                    <a:pt x="297838" y="-7145"/>
                    <a:pt x="337166" y="16836"/>
                    <a:pt x="373137" y="44174"/>
                  </a:cubicBezTo>
                  <a:cubicBezTo>
                    <a:pt x="446997" y="99808"/>
                    <a:pt x="504551" y="170791"/>
                    <a:pt x="559226" y="244651"/>
                  </a:cubicBezTo>
                  <a:cubicBezTo>
                    <a:pt x="571696" y="261437"/>
                    <a:pt x="587524" y="275346"/>
                    <a:pt x="594718" y="295969"/>
                  </a:cubicBezTo>
                  <a:cubicBezTo>
                    <a:pt x="593279" y="298368"/>
                    <a:pt x="591360" y="300286"/>
                    <a:pt x="588962" y="299326"/>
                  </a:cubicBezTo>
                  <a:cubicBezTo>
                    <a:pt x="548675" y="288775"/>
                    <a:pt x="511745" y="304123"/>
                    <a:pt x="474335" y="315154"/>
                  </a:cubicBezTo>
                  <a:cubicBezTo>
                    <a:pt x="438844" y="325226"/>
                    <a:pt x="355871" y="347288"/>
                    <a:pt x="351555" y="355441"/>
                  </a:cubicBezTo>
                  <a:cubicBezTo>
                    <a:pt x="371219" y="368870"/>
                    <a:pt x="473376" y="416831"/>
                    <a:pt x="502153" y="433138"/>
                  </a:cubicBezTo>
                  <a:cubicBezTo>
                    <a:pt x="518459" y="442251"/>
                    <a:pt x="524695" y="454721"/>
                    <a:pt x="516541" y="472946"/>
                  </a:cubicBezTo>
                  <a:cubicBezTo>
                    <a:pt x="509826" y="488293"/>
                    <a:pt x="504551" y="504120"/>
                    <a:pt x="492560" y="516591"/>
                  </a:cubicBezTo>
                  <a:cubicBezTo>
                    <a:pt x="456110" y="532897"/>
                    <a:pt x="335248" y="575103"/>
                    <a:pt x="312227" y="583736"/>
                  </a:cubicBezTo>
                  <a:close/>
                </a:path>
              </a:pathLst>
            </a:custGeom>
            <a:solidFill>
              <a:schemeClr val="tx1">
                <a:lumMod val="75000"/>
                <a:lumOff val="25000"/>
              </a:schemeClr>
            </a:solidFill>
            <a:ln w="4795" cap="flat">
              <a:noFill/>
              <a:prstDash val="solid"/>
              <a:miter/>
            </a:ln>
          </p:spPr>
          <p:txBody>
            <a:bodyPr rtlCol="0" anchor="ctr"/>
            <a:lstStyle/>
            <a:p>
              <a:endParaRPr lang="en-US"/>
            </a:p>
          </p:txBody>
        </p:sp>
        <p:sp>
          <p:nvSpPr>
            <p:cNvPr id="57" name="Freeform: Shape 275">
              <a:extLst>
                <a:ext uri="{FF2B5EF4-FFF2-40B4-BE49-F238E27FC236}">
                  <a16:creationId xmlns:a16="http://schemas.microsoft.com/office/drawing/2014/main" id="{1843D688-82DF-4996-849C-3D063F30293F}"/>
                </a:ext>
              </a:extLst>
            </p:cNvPr>
            <p:cNvSpPr/>
            <p:nvPr/>
          </p:nvSpPr>
          <p:spPr>
            <a:xfrm>
              <a:off x="8544412" y="3964571"/>
              <a:ext cx="427054" cy="693811"/>
            </a:xfrm>
            <a:custGeom>
              <a:avLst/>
              <a:gdLst>
                <a:gd name="connsiteX0" fmla="*/ 134291 w 427054"/>
                <a:gd name="connsiteY0" fmla="*/ 294 h 693811"/>
                <a:gd name="connsiteX1" fmla="*/ 167384 w 427054"/>
                <a:gd name="connsiteY1" fmla="*/ 14682 h 693811"/>
                <a:gd name="connsiteX2" fmla="*/ 249398 w 427054"/>
                <a:gd name="connsiteY2" fmla="*/ 50173 h 693811"/>
                <a:gd name="connsiteX3" fmla="*/ 253235 w 427054"/>
                <a:gd name="connsiteY3" fmla="*/ 87103 h 693811"/>
                <a:gd name="connsiteX4" fmla="*/ 193763 w 427054"/>
                <a:gd name="connsiteY4" fmla="*/ 228589 h 693811"/>
                <a:gd name="connsiteX5" fmla="*/ 189446 w 427054"/>
                <a:gd name="connsiteY5" fmla="*/ 244416 h 693811"/>
                <a:gd name="connsiteX6" fmla="*/ 297838 w 427054"/>
                <a:gd name="connsiteY6" fmla="*/ 198373 h 693811"/>
                <a:gd name="connsiteX7" fmla="*/ 344361 w 427054"/>
                <a:gd name="connsiteY7" fmla="*/ 178709 h 693811"/>
                <a:gd name="connsiteX8" fmla="*/ 399996 w 427054"/>
                <a:gd name="connsiteY8" fmla="*/ 138422 h 693811"/>
                <a:gd name="connsiteX9" fmla="*/ 417262 w 427054"/>
                <a:gd name="connsiteY9" fmla="*/ 126911 h 693811"/>
                <a:gd name="connsiteX10" fmla="*/ 425895 w 427054"/>
                <a:gd name="connsiteY10" fmla="*/ 286142 h 693811"/>
                <a:gd name="connsiteX11" fmla="*/ 388005 w 427054"/>
                <a:gd name="connsiteY11" fmla="*/ 518274 h 693811"/>
                <a:gd name="connsiteX12" fmla="*/ 347718 w 427054"/>
                <a:gd name="connsiteY12" fmla="*/ 571990 h 693811"/>
                <a:gd name="connsiteX13" fmla="*/ 165466 w 427054"/>
                <a:gd name="connsiteY13" fmla="*/ 693811 h 693811"/>
                <a:gd name="connsiteX14" fmla="*/ 131893 w 427054"/>
                <a:gd name="connsiteY14" fmla="*/ 512998 h 693811"/>
                <a:gd name="connsiteX15" fmla="*/ 60910 w 427054"/>
                <a:gd name="connsiteY15" fmla="*/ 218996 h 693811"/>
                <a:gd name="connsiteX16" fmla="*/ 0 w 427054"/>
                <a:gd name="connsiteY16" fmla="*/ 43459 h 693811"/>
                <a:gd name="connsiteX17" fmla="*/ 134291 w 427054"/>
                <a:gd name="connsiteY17" fmla="*/ 294 h 69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27054" h="693811">
                  <a:moveTo>
                    <a:pt x="134291" y="294"/>
                  </a:moveTo>
                  <a:cubicBezTo>
                    <a:pt x="145322" y="5090"/>
                    <a:pt x="155394" y="12764"/>
                    <a:pt x="167384" y="14682"/>
                  </a:cubicBezTo>
                  <a:cubicBezTo>
                    <a:pt x="198559" y="17560"/>
                    <a:pt x="223499" y="34826"/>
                    <a:pt x="249398" y="50173"/>
                  </a:cubicBezTo>
                  <a:cubicBezTo>
                    <a:pt x="264266" y="58807"/>
                    <a:pt x="258510" y="74154"/>
                    <a:pt x="253235" y="87103"/>
                  </a:cubicBezTo>
                  <a:cubicBezTo>
                    <a:pt x="234050" y="134585"/>
                    <a:pt x="212947" y="181107"/>
                    <a:pt x="193763" y="228589"/>
                  </a:cubicBezTo>
                  <a:cubicBezTo>
                    <a:pt x="191844" y="232905"/>
                    <a:pt x="189446" y="236742"/>
                    <a:pt x="189446" y="244416"/>
                  </a:cubicBezTo>
                  <a:cubicBezTo>
                    <a:pt x="227336" y="230027"/>
                    <a:pt x="262347" y="213241"/>
                    <a:pt x="297838" y="198373"/>
                  </a:cubicBezTo>
                  <a:cubicBezTo>
                    <a:pt x="313186" y="192138"/>
                    <a:pt x="328534" y="183985"/>
                    <a:pt x="344361" y="178709"/>
                  </a:cubicBezTo>
                  <a:cubicBezTo>
                    <a:pt x="366902" y="171035"/>
                    <a:pt x="385128" y="157127"/>
                    <a:pt x="399996" y="138422"/>
                  </a:cubicBezTo>
                  <a:cubicBezTo>
                    <a:pt x="404312" y="133146"/>
                    <a:pt x="406230" y="122595"/>
                    <a:pt x="417262" y="126911"/>
                  </a:cubicBezTo>
                  <a:cubicBezTo>
                    <a:pt x="419180" y="180148"/>
                    <a:pt x="430691" y="232905"/>
                    <a:pt x="425895" y="286142"/>
                  </a:cubicBezTo>
                  <a:cubicBezTo>
                    <a:pt x="418701" y="364319"/>
                    <a:pt x="419180" y="443934"/>
                    <a:pt x="388005" y="518274"/>
                  </a:cubicBezTo>
                  <a:cubicBezTo>
                    <a:pt x="378893" y="539377"/>
                    <a:pt x="366423" y="558082"/>
                    <a:pt x="347718" y="571990"/>
                  </a:cubicBezTo>
                  <a:cubicBezTo>
                    <a:pt x="295440" y="611318"/>
                    <a:pt x="222060" y="660718"/>
                    <a:pt x="165466" y="693811"/>
                  </a:cubicBezTo>
                  <a:cubicBezTo>
                    <a:pt x="156833" y="655443"/>
                    <a:pt x="142924" y="583501"/>
                    <a:pt x="131893" y="512998"/>
                  </a:cubicBezTo>
                  <a:cubicBezTo>
                    <a:pt x="116066" y="412759"/>
                    <a:pt x="89208" y="315878"/>
                    <a:pt x="60910" y="218996"/>
                  </a:cubicBezTo>
                  <a:cubicBezTo>
                    <a:pt x="43644" y="159525"/>
                    <a:pt x="20624" y="101972"/>
                    <a:pt x="0" y="43459"/>
                  </a:cubicBezTo>
                  <a:cubicBezTo>
                    <a:pt x="479" y="40581"/>
                    <a:pt x="128056" y="-4023"/>
                    <a:pt x="134291" y="294"/>
                  </a:cubicBezTo>
                  <a:close/>
                </a:path>
              </a:pathLst>
            </a:custGeom>
            <a:solidFill>
              <a:schemeClr val="tx1">
                <a:lumMod val="75000"/>
                <a:lumOff val="25000"/>
              </a:schemeClr>
            </a:solidFill>
            <a:ln w="4795" cap="flat">
              <a:noFill/>
              <a:prstDash val="solid"/>
              <a:miter/>
            </a:ln>
          </p:spPr>
          <p:txBody>
            <a:bodyPr rtlCol="0" anchor="ctr"/>
            <a:lstStyle/>
            <a:p>
              <a:endParaRPr lang="en-US"/>
            </a:p>
          </p:txBody>
        </p:sp>
        <p:sp>
          <p:nvSpPr>
            <p:cNvPr id="58" name="Freeform: Shape 276">
              <a:extLst>
                <a:ext uri="{FF2B5EF4-FFF2-40B4-BE49-F238E27FC236}">
                  <a16:creationId xmlns:a16="http://schemas.microsoft.com/office/drawing/2014/main" id="{0501EC95-02F7-4283-800A-86A2B792941E}"/>
                </a:ext>
              </a:extLst>
            </p:cNvPr>
            <p:cNvSpPr/>
            <p:nvPr/>
          </p:nvSpPr>
          <p:spPr>
            <a:xfrm>
              <a:off x="8546810" y="3666998"/>
              <a:ext cx="298317" cy="279641"/>
            </a:xfrm>
            <a:custGeom>
              <a:avLst/>
              <a:gdLst>
                <a:gd name="connsiteX0" fmla="*/ 155874 w 298317"/>
                <a:gd name="connsiteY0" fmla="*/ 226405 h 279641"/>
                <a:gd name="connsiteX1" fmla="*/ 128536 w 298317"/>
                <a:gd name="connsiteY1" fmla="*/ 133840 h 279641"/>
                <a:gd name="connsiteX2" fmla="*/ 0 w 298317"/>
                <a:gd name="connsiteY2" fmla="*/ 67654 h 279641"/>
                <a:gd name="connsiteX3" fmla="*/ 10072 w 298317"/>
                <a:gd name="connsiteY3" fmla="*/ 58061 h 279641"/>
                <a:gd name="connsiteX4" fmla="*/ 200478 w 298317"/>
                <a:gd name="connsiteY4" fmla="*/ 2426 h 279641"/>
                <a:gd name="connsiteX5" fmla="*/ 261388 w 298317"/>
                <a:gd name="connsiteY5" fmla="*/ 8182 h 279641"/>
                <a:gd name="connsiteX6" fmla="*/ 298318 w 298317"/>
                <a:gd name="connsiteY6" fmla="*/ 49908 h 279641"/>
                <a:gd name="connsiteX7" fmla="*/ 231172 w 298317"/>
                <a:gd name="connsiteY7" fmla="*/ 147749 h 279641"/>
                <a:gd name="connsiteX8" fmla="*/ 163547 w 298317"/>
                <a:gd name="connsiteY8" fmla="*/ 242712 h 279641"/>
                <a:gd name="connsiteX9" fmla="*/ 132373 w 298317"/>
                <a:gd name="connsiteY9" fmla="*/ 279642 h 279641"/>
                <a:gd name="connsiteX10" fmla="*/ 155874 w 298317"/>
                <a:gd name="connsiteY10" fmla="*/ 226405 h 27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8317" h="279641">
                  <a:moveTo>
                    <a:pt x="155874" y="226405"/>
                  </a:moveTo>
                  <a:cubicBezTo>
                    <a:pt x="188487" y="165494"/>
                    <a:pt x="188487" y="165015"/>
                    <a:pt x="128536" y="133840"/>
                  </a:cubicBezTo>
                  <a:cubicBezTo>
                    <a:pt x="85371" y="111298"/>
                    <a:pt x="42206" y="89236"/>
                    <a:pt x="0" y="67654"/>
                  </a:cubicBezTo>
                  <a:cubicBezTo>
                    <a:pt x="0" y="59021"/>
                    <a:pt x="6235" y="59500"/>
                    <a:pt x="10072" y="58061"/>
                  </a:cubicBezTo>
                  <a:cubicBezTo>
                    <a:pt x="73381" y="39357"/>
                    <a:pt x="137169" y="21131"/>
                    <a:pt x="200478" y="2426"/>
                  </a:cubicBezTo>
                  <a:cubicBezTo>
                    <a:pt x="222060" y="-3808"/>
                    <a:pt x="241245" y="3386"/>
                    <a:pt x="261388" y="8182"/>
                  </a:cubicBezTo>
                  <a:cubicBezTo>
                    <a:pt x="276256" y="19693"/>
                    <a:pt x="293522" y="29285"/>
                    <a:pt x="298318" y="49908"/>
                  </a:cubicBezTo>
                  <a:cubicBezTo>
                    <a:pt x="275776" y="82521"/>
                    <a:pt x="253714" y="115135"/>
                    <a:pt x="231172" y="147749"/>
                  </a:cubicBezTo>
                  <a:cubicBezTo>
                    <a:pt x="209110" y="179882"/>
                    <a:pt x="186569" y="211537"/>
                    <a:pt x="163547" y="242712"/>
                  </a:cubicBezTo>
                  <a:cubicBezTo>
                    <a:pt x="159711" y="247987"/>
                    <a:pt x="147240" y="264294"/>
                    <a:pt x="132373" y="279642"/>
                  </a:cubicBezTo>
                  <a:cubicBezTo>
                    <a:pt x="124219" y="266212"/>
                    <a:pt x="151077" y="235038"/>
                    <a:pt x="155874" y="226405"/>
                  </a:cubicBezTo>
                  <a:close/>
                </a:path>
              </a:pathLst>
            </a:custGeom>
            <a:solidFill>
              <a:srgbClr val="FEFEFD"/>
            </a:solidFill>
            <a:ln w="4795" cap="flat">
              <a:noFill/>
              <a:prstDash val="solid"/>
              <a:miter/>
            </a:ln>
          </p:spPr>
          <p:txBody>
            <a:bodyPr rtlCol="0" anchor="ctr"/>
            <a:lstStyle/>
            <a:p>
              <a:endParaRPr lang="en-US"/>
            </a:p>
          </p:txBody>
        </p:sp>
        <p:sp>
          <p:nvSpPr>
            <p:cNvPr id="59" name="Freeform: Shape 277">
              <a:extLst>
                <a:ext uri="{FF2B5EF4-FFF2-40B4-BE49-F238E27FC236}">
                  <a16:creationId xmlns:a16="http://schemas.microsoft.com/office/drawing/2014/main" id="{F6803E73-C8A4-401F-A6C5-442792175F0A}"/>
                </a:ext>
              </a:extLst>
            </p:cNvPr>
            <p:cNvSpPr/>
            <p:nvPr/>
          </p:nvSpPr>
          <p:spPr>
            <a:xfrm>
              <a:off x="8711317" y="3973435"/>
              <a:ext cx="252398" cy="245234"/>
            </a:xfrm>
            <a:custGeom>
              <a:avLst/>
              <a:gdLst>
                <a:gd name="connsiteX0" fmla="*/ 249877 w 252398"/>
                <a:gd name="connsiteY0" fmla="*/ 117567 h 245234"/>
                <a:gd name="connsiteX1" fmla="*/ 171700 w 252398"/>
                <a:gd name="connsiteY1" fmla="*/ 179437 h 245234"/>
                <a:gd name="connsiteX2" fmla="*/ 33093 w 252398"/>
                <a:gd name="connsiteY2" fmla="*/ 238429 h 245234"/>
                <a:gd name="connsiteX3" fmla="*/ 7674 w 252398"/>
                <a:gd name="connsiteY3" fmla="*/ 244664 h 245234"/>
                <a:gd name="connsiteX4" fmla="*/ 45083 w 252398"/>
                <a:gd name="connsiteY4" fmla="*/ 154977 h 245234"/>
                <a:gd name="connsiteX5" fmla="*/ 81054 w 252398"/>
                <a:gd name="connsiteY5" fmla="*/ 71524 h 245234"/>
                <a:gd name="connsiteX6" fmla="*/ 68105 w 252398"/>
                <a:gd name="connsiteY6" fmla="*/ 39390 h 245234"/>
                <a:gd name="connsiteX7" fmla="*/ 0 w 252398"/>
                <a:gd name="connsiteY7" fmla="*/ 4858 h 245234"/>
                <a:gd name="connsiteX8" fmla="*/ 22062 w 252398"/>
                <a:gd name="connsiteY8" fmla="*/ 1981 h 245234"/>
                <a:gd name="connsiteX9" fmla="*/ 248438 w 252398"/>
                <a:gd name="connsiteY9" fmla="*/ 65289 h 245234"/>
                <a:gd name="connsiteX10" fmla="*/ 249877 w 252398"/>
                <a:gd name="connsiteY10" fmla="*/ 117567 h 245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2398" h="245234">
                  <a:moveTo>
                    <a:pt x="249877" y="117567"/>
                  </a:moveTo>
                  <a:cubicBezTo>
                    <a:pt x="233091" y="149701"/>
                    <a:pt x="204794" y="166487"/>
                    <a:pt x="171700" y="179437"/>
                  </a:cubicBezTo>
                  <a:cubicBezTo>
                    <a:pt x="125178" y="197662"/>
                    <a:pt x="79615" y="218765"/>
                    <a:pt x="33093" y="238429"/>
                  </a:cubicBezTo>
                  <a:cubicBezTo>
                    <a:pt x="25899" y="241307"/>
                    <a:pt x="19664" y="247062"/>
                    <a:pt x="7674" y="244664"/>
                  </a:cubicBezTo>
                  <a:cubicBezTo>
                    <a:pt x="20143" y="214449"/>
                    <a:pt x="32613" y="184713"/>
                    <a:pt x="45083" y="154977"/>
                  </a:cubicBezTo>
                  <a:cubicBezTo>
                    <a:pt x="56594" y="127159"/>
                    <a:pt x="67146" y="98383"/>
                    <a:pt x="81054" y="71524"/>
                  </a:cubicBezTo>
                  <a:cubicBezTo>
                    <a:pt x="90167" y="53779"/>
                    <a:pt x="84411" y="46585"/>
                    <a:pt x="68105" y="39390"/>
                  </a:cubicBezTo>
                  <a:cubicBezTo>
                    <a:pt x="45083" y="28839"/>
                    <a:pt x="22541" y="16369"/>
                    <a:pt x="0" y="4858"/>
                  </a:cubicBezTo>
                  <a:cubicBezTo>
                    <a:pt x="6714" y="-2336"/>
                    <a:pt x="14868" y="62"/>
                    <a:pt x="22062" y="1981"/>
                  </a:cubicBezTo>
                  <a:cubicBezTo>
                    <a:pt x="97361" y="23084"/>
                    <a:pt x="172660" y="44187"/>
                    <a:pt x="248438" y="65289"/>
                  </a:cubicBezTo>
                  <a:cubicBezTo>
                    <a:pt x="256112" y="83515"/>
                    <a:pt x="250357" y="100781"/>
                    <a:pt x="249877" y="117567"/>
                  </a:cubicBezTo>
                  <a:close/>
                </a:path>
              </a:pathLst>
            </a:custGeom>
            <a:solidFill>
              <a:srgbClr val="FDFEFD"/>
            </a:solidFill>
            <a:ln w="4795" cap="flat">
              <a:noFill/>
              <a:prstDash val="solid"/>
              <a:miter/>
            </a:ln>
          </p:spPr>
          <p:txBody>
            <a:bodyPr rtlCol="0" anchor="ctr"/>
            <a:lstStyle/>
            <a:p>
              <a:endParaRPr lang="en-US"/>
            </a:p>
          </p:txBody>
        </p:sp>
        <p:sp>
          <p:nvSpPr>
            <p:cNvPr id="60" name="Freeform: Shape 278">
              <a:extLst>
                <a:ext uri="{FF2B5EF4-FFF2-40B4-BE49-F238E27FC236}">
                  <a16:creationId xmlns:a16="http://schemas.microsoft.com/office/drawing/2014/main" id="{47E24FA2-968A-4A52-9933-21220F691EAA}"/>
                </a:ext>
              </a:extLst>
            </p:cNvPr>
            <p:cNvSpPr/>
            <p:nvPr/>
          </p:nvSpPr>
          <p:spPr>
            <a:xfrm>
              <a:off x="8525341" y="3893708"/>
              <a:ext cx="177455" cy="119422"/>
            </a:xfrm>
            <a:custGeom>
              <a:avLst/>
              <a:gdLst>
                <a:gd name="connsiteX0" fmla="*/ 177456 w 177456"/>
                <a:gd name="connsiteY0" fmla="*/ 0 h 119423"/>
                <a:gd name="connsiteX1" fmla="*/ 153476 w 177456"/>
                <a:gd name="connsiteY1" fmla="*/ 71462 h 119423"/>
                <a:gd name="connsiteX2" fmla="*/ 88728 w 177456"/>
                <a:gd name="connsiteY2" fmla="*/ 93045 h 119423"/>
                <a:gd name="connsiteX3" fmla="*/ 19184 w 177456"/>
                <a:gd name="connsiteY3" fmla="*/ 119423 h 119423"/>
                <a:gd name="connsiteX4" fmla="*/ 0 w 177456"/>
                <a:gd name="connsiteY4" fmla="*/ 70023 h 119423"/>
                <a:gd name="connsiteX5" fmla="*/ 10551 w 177456"/>
                <a:gd name="connsiteY5" fmla="*/ 56594 h 119423"/>
                <a:gd name="connsiteX6" fmla="*/ 177456 w 177456"/>
                <a:gd name="connsiteY6" fmla="*/ 0 h 11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7456" h="119423">
                  <a:moveTo>
                    <a:pt x="177456" y="0"/>
                  </a:moveTo>
                  <a:cubicBezTo>
                    <a:pt x="174099" y="9592"/>
                    <a:pt x="146281" y="53716"/>
                    <a:pt x="153476" y="71462"/>
                  </a:cubicBezTo>
                  <a:cubicBezTo>
                    <a:pt x="129495" y="81054"/>
                    <a:pt x="110311" y="84891"/>
                    <a:pt x="88728" y="93045"/>
                  </a:cubicBezTo>
                  <a:cubicBezTo>
                    <a:pt x="65706" y="101678"/>
                    <a:pt x="42206" y="110790"/>
                    <a:pt x="19184" y="119423"/>
                  </a:cubicBezTo>
                  <a:cubicBezTo>
                    <a:pt x="12949" y="104555"/>
                    <a:pt x="6715" y="84891"/>
                    <a:pt x="0" y="70023"/>
                  </a:cubicBezTo>
                  <a:cubicBezTo>
                    <a:pt x="0" y="62829"/>
                    <a:pt x="2398" y="58992"/>
                    <a:pt x="10551" y="56594"/>
                  </a:cubicBezTo>
                  <a:cubicBezTo>
                    <a:pt x="67146" y="40287"/>
                    <a:pt x="120382" y="14388"/>
                    <a:pt x="177456" y="0"/>
                  </a:cubicBezTo>
                  <a:close/>
                </a:path>
              </a:pathLst>
            </a:custGeom>
            <a:solidFill>
              <a:schemeClr val="tx1">
                <a:lumMod val="75000"/>
                <a:lumOff val="25000"/>
              </a:schemeClr>
            </a:solidFill>
            <a:ln w="4795" cap="flat">
              <a:noFill/>
              <a:prstDash val="solid"/>
              <a:miter/>
            </a:ln>
          </p:spPr>
          <p:txBody>
            <a:bodyPr rtlCol="0" anchor="ctr"/>
            <a:lstStyle/>
            <a:p>
              <a:endParaRPr lang="en-US"/>
            </a:p>
          </p:txBody>
        </p:sp>
        <p:sp>
          <p:nvSpPr>
            <p:cNvPr id="61" name="Freeform: Shape 279">
              <a:extLst>
                <a:ext uri="{FF2B5EF4-FFF2-40B4-BE49-F238E27FC236}">
                  <a16:creationId xmlns:a16="http://schemas.microsoft.com/office/drawing/2014/main" id="{3568CA98-96D3-4CC9-AA93-2D7501D06ABF}"/>
                </a:ext>
              </a:extLst>
            </p:cNvPr>
            <p:cNvSpPr/>
            <p:nvPr/>
          </p:nvSpPr>
          <p:spPr>
            <a:xfrm>
              <a:off x="8677173" y="3892923"/>
              <a:ext cx="32704" cy="53716"/>
            </a:xfrm>
            <a:custGeom>
              <a:avLst/>
              <a:gdLst>
                <a:gd name="connsiteX0" fmla="*/ 32705 w 32704"/>
                <a:gd name="connsiteY0" fmla="*/ 16786 h 53716"/>
                <a:gd name="connsiteX1" fmla="*/ 1530 w 32704"/>
                <a:gd name="connsiteY1" fmla="*/ 53716 h 53716"/>
                <a:gd name="connsiteX2" fmla="*/ 25031 w 32704"/>
                <a:gd name="connsiteY2" fmla="*/ 0 h 53716"/>
              </a:gdLst>
              <a:ahLst/>
              <a:cxnLst>
                <a:cxn ang="0">
                  <a:pos x="connsiteX0" y="connsiteY0"/>
                </a:cxn>
                <a:cxn ang="0">
                  <a:pos x="connsiteX1" y="connsiteY1"/>
                </a:cxn>
                <a:cxn ang="0">
                  <a:pos x="connsiteX2" y="connsiteY2"/>
                </a:cxn>
              </a:cxnLst>
              <a:rect l="l" t="t" r="r" b="b"/>
              <a:pathLst>
                <a:path w="32704" h="53716">
                  <a:moveTo>
                    <a:pt x="32705" y="16786"/>
                  </a:moveTo>
                  <a:cubicBezTo>
                    <a:pt x="28868" y="22062"/>
                    <a:pt x="18316" y="41246"/>
                    <a:pt x="1530" y="53716"/>
                  </a:cubicBezTo>
                  <a:cubicBezTo>
                    <a:pt x="-6623" y="40287"/>
                    <a:pt x="20235" y="9112"/>
                    <a:pt x="25031" y="0"/>
                  </a:cubicBezTo>
                </a:path>
              </a:pathLst>
            </a:custGeom>
            <a:solidFill>
              <a:srgbClr val="FEFEFD"/>
            </a:solidFill>
            <a:ln w="4795" cap="flat">
              <a:noFill/>
              <a:prstDash val="solid"/>
              <a:miter/>
            </a:ln>
          </p:spPr>
          <p:txBody>
            <a:bodyPr rtlCol="0" anchor="ctr"/>
            <a:lstStyle/>
            <a:p>
              <a:endParaRPr lang="en-US"/>
            </a:p>
          </p:txBody>
        </p:sp>
      </p:grpSp>
      <p:sp>
        <p:nvSpPr>
          <p:cNvPr id="62" name="TextBox 61">
            <a:extLst>
              <a:ext uri="{FF2B5EF4-FFF2-40B4-BE49-F238E27FC236}">
                <a16:creationId xmlns:a16="http://schemas.microsoft.com/office/drawing/2014/main" id="{8C2B9857-06BE-47BB-96B1-6DDF857D6E8F}"/>
              </a:ext>
            </a:extLst>
          </p:cNvPr>
          <p:cNvSpPr txBox="1"/>
          <p:nvPr/>
        </p:nvSpPr>
        <p:spPr>
          <a:xfrm>
            <a:off x="3390715" y="4203214"/>
            <a:ext cx="4991285" cy="369332"/>
          </a:xfrm>
          <a:prstGeom prst="rect">
            <a:avLst/>
          </a:prstGeom>
          <a:noFill/>
        </p:spPr>
        <p:txBody>
          <a:bodyPr wrap="square" rtlCol="0" anchor="ctr">
            <a:spAutoFit/>
          </a:bodyPr>
          <a:lstStyle/>
          <a:p>
            <a:r>
              <a:rPr lang="en-US" altLang="ko-KR" b="1" dirty="0">
                <a:solidFill>
                  <a:srgbClr val="262626"/>
                </a:solidFill>
                <a:cs typeface="Arial" pitchFamily="34" charset="0"/>
              </a:rPr>
              <a:t>Bhumika Patel</a:t>
            </a:r>
            <a:endParaRPr lang="ko-KR" altLang="en-US" b="1" dirty="0">
              <a:solidFill>
                <a:srgbClr val="262626"/>
              </a:solidFill>
              <a:cs typeface="Arial" pitchFamily="34" charset="0"/>
            </a:endParaRPr>
          </a:p>
        </p:txBody>
      </p:sp>
      <p:sp>
        <p:nvSpPr>
          <p:cNvPr id="63" name="TextBox 62">
            <a:extLst>
              <a:ext uri="{FF2B5EF4-FFF2-40B4-BE49-F238E27FC236}">
                <a16:creationId xmlns:a16="http://schemas.microsoft.com/office/drawing/2014/main" id="{8C2B9857-06BE-47BB-96B1-6DDF857D6E8F}"/>
              </a:ext>
            </a:extLst>
          </p:cNvPr>
          <p:cNvSpPr txBox="1"/>
          <p:nvPr/>
        </p:nvSpPr>
        <p:spPr>
          <a:xfrm>
            <a:off x="3459987" y="5228450"/>
            <a:ext cx="2994152" cy="369332"/>
          </a:xfrm>
          <a:prstGeom prst="rect">
            <a:avLst/>
          </a:prstGeom>
          <a:noFill/>
        </p:spPr>
        <p:txBody>
          <a:bodyPr wrap="square" rtlCol="0" anchor="ctr">
            <a:spAutoFit/>
          </a:bodyPr>
          <a:lstStyle/>
          <a:p>
            <a:r>
              <a:rPr lang="en-US" altLang="ko-KR" b="1" dirty="0">
                <a:solidFill>
                  <a:srgbClr val="262626"/>
                </a:solidFill>
                <a:cs typeface="Arial" pitchFamily="34" charset="0"/>
              </a:rPr>
              <a:t>Prof. Deepak Singh Rajput</a:t>
            </a:r>
            <a:endParaRPr lang="ko-KR" altLang="en-US" b="1" dirty="0">
              <a:solidFill>
                <a:srgbClr val="262626"/>
              </a:solidFill>
              <a:cs typeface="Arial" pitchFamily="34" charset="0"/>
            </a:endParaRPr>
          </a:p>
        </p:txBody>
      </p:sp>
      <p:pic>
        <p:nvPicPr>
          <p:cNvPr id="18435" name="Picture 3" descr="C:\Users\VISITOR\Downloads\iconfinder_Address-book_71058.png"/>
          <p:cNvPicPr>
            <a:picLocks noChangeAspect="1" noChangeArrowheads="1"/>
          </p:cNvPicPr>
          <p:nvPr/>
        </p:nvPicPr>
        <p:blipFill>
          <a:blip r:embed="rId4"/>
          <a:srcRect/>
          <a:stretch>
            <a:fillRect/>
          </a:stretch>
        </p:blipFill>
        <p:spPr bwMode="auto">
          <a:xfrm>
            <a:off x="360218" y="5105400"/>
            <a:ext cx="609600" cy="609600"/>
          </a:xfrm>
          <a:prstGeom prst="rect">
            <a:avLst/>
          </a:prstGeom>
          <a:noFill/>
        </p:spPr>
      </p:pic>
      <p:pic>
        <p:nvPicPr>
          <p:cNvPr id="64" name="Picture 63"/>
          <p:cNvPicPr/>
          <p:nvPr/>
        </p:nvPicPr>
        <p:blipFill rotWithShape="1">
          <a:blip r:embed="rId5">
            <a:extLst>
              <a:ext uri="{28A0092B-C50C-407E-A947-70E740481C1C}">
                <a14:useLocalDpi xmlns:a14="http://schemas.microsoft.com/office/drawing/2010/main" val="0"/>
              </a:ext>
            </a:extLst>
          </a:blip>
          <a:srcRect b="45437"/>
          <a:stretch/>
        </p:blipFill>
        <p:spPr bwMode="auto">
          <a:xfrm>
            <a:off x="736778" y="1162595"/>
            <a:ext cx="2175334" cy="657225"/>
          </a:xfrm>
          <a:prstGeom prst="rect">
            <a:avLst/>
          </a:prstGeom>
          <a:noFill/>
          <a:ln>
            <a:noFill/>
          </a:ln>
          <a:extLst>
            <a:ext uri="{53640926-AAD7-44D8-BBD7-CCE9431645EC}">
              <a14:shadowObscured xmlns:a14="http://schemas.microsoft.com/office/drawing/2010/main"/>
            </a:ext>
          </a:extLst>
        </p:spPr>
      </p:pic>
      <p:pic>
        <p:nvPicPr>
          <p:cNvPr id="65" name="Picture 64"/>
          <p:cNvPicPr/>
          <p:nvPr/>
        </p:nvPicPr>
        <p:blipFill rotWithShape="1">
          <a:blip r:embed="rId5">
            <a:extLst>
              <a:ext uri="{28A0092B-C50C-407E-A947-70E740481C1C}">
                <a14:useLocalDpi xmlns:a14="http://schemas.microsoft.com/office/drawing/2010/main" val="0"/>
              </a:ext>
            </a:extLst>
          </a:blip>
          <a:srcRect l="30234" t="49511" r="30574"/>
          <a:stretch/>
        </p:blipFill>
        <p:spPr bwMode="auto">
          <a:xfrm>
            <a:off x="1124494" y="367466"/>
            <a:ext cx="1295400" cy="924052"/>
          </a:xfrm>
          <a:prstGeom prst="rect">
            <a:avLst/>
          </a:prstGeom>
          <a:noFill/>
          <a:ln>
            <a:noFill/>
          </a:ln>
          <a:extLst>
            <a:ext uri="{53640926-AAD7-44D8-BBD7-CCE9431645EC}">
              <a14:shadowObscured xmlns:a14="http://schemas.microsoft.com/office/drawing/2010/main"/>
            </a:ext>
          </a:extLst>
        </p:spPr>
      </p:pic>
      <p:sp>
        <p:nvSpPr>
          <p:cNvPr id="11" name="TextBox 10">
            <a:extLst>
              <a:ext uri="{FF2B5EF4-FFF2-40B4-BE49-F238E27FC236}">
                <a16:creationId xmlns:a16="http://schemas.microsoft.com/office/drawing/2014/main" id="{5B5B2561-D2B0-FCA7-D551-AEF71FDD86AC}"/>
              </a:ext>
            </a:extLst>
          </p:cNvPr>
          <p:cNvSpPr txBox="1"/>
          <p:nvPr/>
        </p:nvSpPr>
        <p:spPr>
          <a:xfrm>
            <a:off x="1483567" y="6036906"/>
            <a:ext cx="2855168" cy="369332"/>
          </a:xfrm>
          <a:prstGeom prst="rect">
            <a:avLst/>
          </a:prstGeom>
          <a:noFill/>
        </p:spPr>
        <p:txBody>
          <a:bodyPr wrap="square" rtlCol="0">
            <a:spAutoFit/>
          </a:bodyPr>
          <a:lstStyle/>
          <a:p>
            <a:r>
              <a:rPr lang="en-US" dirty="0">
                <a:hlinkClick r:id="rId6"/>
              </a:rPr>
              <a:t>BASE REASEARCH PAPER</a:t>
            </a:r>
            <a:endParaRPr lang="en-IN" dirty="0"/>
          </a:p>
        </p:txBody>
      </p:sp>
      <p:sp>
        <p:nvSpPr>
          <p:cNvPr id="12" name="TextBox 11">
            <a:extLst>
              <a:ext uri="{FF2B5EF4-FFF2-40B4-BE49-F238E27FC236}">
                <a16:creationId xmlns:a16="http://schemas.microsoft.com/office/drawing/2014/main" id="{B64B8C0C-F409-53CF-CDA2-DA7AF3A1EB48}"/>
              </a:ext>
            </a:extLst>
          </p:cNvPr>
          <p:cNvSpPr txBox="1"/>
          <p:nvPr/>
        </p:nvSpPr>
        <p:spPr>
          <a:xfrm>
            <a:off x="1661343" y="6413826"/>
            <a:ext cx="1996519" cy="369332"/>
          </a:xfrm>
          <a:prstGeom prst="rect">
            <a:avLst/>
          </a:prstGeom>
          <a:noFill/>
        </p:spPr>
        <p:txBody>
          <a:bodyPr wrap="square" rtlCol="0">
            <a:spAutoFit/>
          </a:bodyPr>
          <a:lstStyle/>
          <a:p>
            <a:r>
              <a:rPr lang="en-US" dirty="0">
                <a:hlinkClick r:id="rId7"/>
              </a:rPr>
              <a:t>Project GitHub Link</a:t>
            </a:r>
            <a:endParaRPr lang="en-IN" dirty="0"/>
          </a:p>
        </p:txBody>
      </p:sp>
    </p:spTree>
    <p:extLst>
      <p:ext uri="{BB962C8B-B14F-4D97-AF65-F5344CB8AC3E}">
        <p14:creationId xmlns:p14="http://schemas.microsoft.com/office/powerpoint/2010/main" val="9095982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Freeform: Shape 53">
            <a:extLst>
              <a:ext uri="{FF2B5EF4-FFF2-40B4-BE49-F238E27FC236}">
                <a16:creationId xmlns:a16="http://schemas.microsoft.com/office/drawing/2014/main" id="{42844DAE-4023-4E06-8AFF-B5C155740B80}"/>
              </a:ext>
            </a:extLst>
          </p:cNvPr>
          <p:cNvSpPr/>
          <p:nvPr/>
        </p:nvSpPr>
        <p:spPr>
          <a:xfrm rot="1200000">
            <a:off x="-311856" y="-193471"/>
            <a:ext cx="714157" cy="2226584"/>
          </a:xfrm>
          <a:custGeom>
            <a:avLst/>
            <a:gdLst>
              <a:gd name="connsiteX0" fmla="*/ 622717 w 714157"/>
              <a:gd name="connsiteY0" fmla="*/ 33281 h 2226584"/>
              <a:gd name="connsiteX1" fmla="*/ 714157 w 714157"/>
              <a:gd name="connsiteY1" fmla="*/ 0 h 2226584"/>
              <a:gd name="connsiteX2" fmla="*/ 714157 w 714157"/>
              <a:gd name="connsiteY2" fmla="*/ 2226584 h 2226584"/>
              <a:gd name="connsiteX3" fmla="*/ 622717 w 714157"/>
              <a:gd name="connsiteY3" fmla="*/ 1975355 h 2226584"/>
              <a:gd name="connsiteX4" fmla="*/ 329492 w 714157"/>
              <a:gd name="connsiteY4" fmla="*/ 140006 h 2226584"/>
              <a:gd name="connsiteX5" fmla="*/ 329492 w 714157"/>
              <a:gd name="connsiteY5" fmla="*/ 1169726 h 2226584"/>
              <a:gd name="connsiteX6" fmla="*/ 238052 w 714157"/>
              <a:gd name="connsiteY6" fmla="*/ 918496 h 2226584"/>
              <a:gd name="connsiteX7" fmla="*/ 238052 w 714157"/>
              <a:gd name="connsiteY7" fmla="*/ 173288 h 2226584"/>
              <a:gd name="connsiteX8" fmla="*/ 567544 w 714157"/>
              <a:gd name="connsiteY8" fmla="*/ 53362 h 2226584"/>
              <a:gd name="connsiteX9" fmla="*/ 567544 w 714157"/>
              <a:gd name="connsiteY9" fmla="*/ 1823768 h 2226584"/>
              <a:gd name="connsiteX10" fmla="*/ 384664 w 714157"/>
              <a:gd name="connsiteY10" fmla="*/ 1321310 h 2226584"/>
              <a:gd name="connsiteX11" fmla="*/ 384664 w 714157"/>
              <a:gd name="connsiteY11" fmla="*/ 119925 h 2226584"/>
              <a:gd name="connsiteX12" fmla="*/ 0 w 714157"/>
              <a:gd name="connsiteY12" fmla="*/ 259931 h 2226584"/>
              <a:gd name="connsiteX13" fmla="*/ 182880 w 714157"/>
              <a:gd name="connsiteY13" fmla="*/ 193369 h 2226584"/>
              <a:gd name="connsiteX14" fmla="*/ 182880 w 714157"/>
              <a:gd name="connsiteY14" fmla="*/ 766913 h 2226584"/>
              <a:gd name="connsiteX15" fmla="*/ 0 w 714157"/>
              <a:gd name="connsiteY15" fmla="*/ 264454 h 2226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4157" h="2226584">
                <a:moveTo>
                  <a:pt x="622717" y="33281"/>
                </a:moveTo>
                <a:lnTo>
                  <a:pt x="714157" y="0"/>
                </a:lnTo>
                <a:lnTo>
                  <a:pt x="714157" y="2226584"/>
                </a:lnTo>
                <a:lnTo>
                  <a:pt x="622717" y="1975355"/>
                </a:lnTo>
                <a:close/>
                <a:moveTo>
                  <a:pt x="329492" y="140006"/>
                </a:moveTo>
                <a:lnTo>
                  <a:pt x="329492" y="1169726"/>
                </a:lnTo>
                <a:lnTo>
                  <a:pt x="238052" y="918496"/>
                </a:lnTo>
                <a:lnTo>
                  <a:pt x="238052" y="173288"/>
                </a:lnTo>
                <a:close/>
                <a:moveTo>
                  <a:pt x="567544" y="53362"/>
                </a:moveTo>
                <a:lnTo>
                  <a:pt x="567544" y="1823768"/>
                </a:lnTo>
                <a:lnTo>
                  <a:pt x="384664" y="1321310"/>
                </a:lnTo>
                <a:lnTo>
                  <a:pt x="384664" y="119925"/>
                </a:lnTo>
                <a:close/>
                <a:moveTo>
                  <a:pt x="0" y="259931"/>
                </a:moveTo>
                <a:lnTo>
                  <a:pt x="182880" y="193369"/>
                </a:lnTo>
                <a:lnTo>
                  <a:pt x="182880" y="766913"/>
                </a:lnTo>
                <a:lnTo>
                  <a:pt x="0" y="264454"/>
                </a:lnTo>
                <a:close/>
              </a:path>
            </a:pathLst>
          </a:custGeom>
          <a:solidFill>
            <a:srgbClr val="3256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14562" t="8161" r="8837" b="6610"/>
          <a:stretch/>
        </p:blipFill>
        <p:spPr>
          <a:xfrm>
            <a:off x="6938681" y="385552"/>
            <a:ext cx="5253319" cy="5844988"/>
          </a:xfrm>
          <a:prstGeom prst="rect">
            <a:avLst/>
          </a:prstGeom>
        </p:spPr>
      </p:pic>
      <p:sp>
        <p:nvSpPr>
          <p:cNvPr id="28" name="TextBox 27">
            <a:extLst>
              <a:ext uri="{FF2B5EF4-FFF2-40B4-BE49-F238E27FC236}">
                <a16:creationId xmlns:a16="http://schemas.microsoft.com/office/drawing/2014/main" id="{0913C27F-8D18-49F4-AAC4-58A78E98CE44}"/>
              </a:ext>
            </a:extLst>
          </p:cNvPr>
          <p:cNvSpPr txBox="1"/>
          <p:nvPr/>
        </p:nvSpPr>
        <p:spPr>
          <a:xfrm>
            <a:off x="913935" y="1577589"/>
            <a:ext cx="6867430" cy="4524315"/>
          </a:xfrm>
          <a:prstGeom prst="rect">
            <a:avLst/>
          </a:prstGeom>
          <a:noFill/>
        </p:spPr>
        <p:txBody>
          <a:bodyPr wrap="square" rtlCol="0">
            <a:spAutoFit/>
          </a:bodyPr>
          <a:lstStyle/>
          <a:p>
            <a:r>
              <a:rPr lang="en-US" sz="1800" dirty="0"/>
              <a:t>    n countries like India, Brazil, Thailand, majority of population uses motorcycles for daily commute. In India, In most of these countries, wearing helmet for motorcyclists is mandatory by law. Also, considering safety of people using motorcycles, wearing helmet is inevitable.</a:t>
            </a:r>
          </a:p>
          <a:p>
            <a:r>
              <a:rPr lang="en-US" sz="1800" dirty="0"/>
              <a:t> </a:t>
            </a:r>
          </a:p>
          <a:p>
            <a:pPr marL="285750" indent="-285750">
              <a:buFont typeface="Arial" panose="020B0604020202020204" pitchFamily="34" charset="0"/>
              <a:buChar char="•"/>
            </a:pPr>
            <a:r>
              <a:rPr lang="en-US" sz="1800" dirty="0"/>
              <a:t>Currently, in practice, Traffic Police are entrusted with the task of ensuring that motorcycle riders wear helmet. But this method of monitoring motorcyclists is inefficient due to insufficient police force and limitations of human senses also leads to CORRUPTION. </a:t>
            </a:r>
          </a:p>
          <a:p>
            <a:pPr marL="285750" indent="-285750">
              <a:buFont typeface="Arial" panose="020B0604020202020204" pitchFamily="34" charset="0"/>
              <a:buChar char="•"/>
            </a:pPr>
            <a:r>
              <a:rPr lang="en-US" sz="1800" dirty="0"/>
              <a:t>Also, all major cities use CCTV surveillance-based methods. But, those require human assistance and are not automated. Due to the increasing number of motorcycles and the concern for human safety, there has been a growing amount of research in the domain of road transport. </a:t>
            </a:r>
          </a:p>
          <a:p>
            <a:pPr marL="285750" indent="-285750">
              <a:buFont typeface="Arial" panose="020B0604020202020204" pitchFamily="34" charset="0"/>
              <a:buChar char="•"/>
            </a:pPr>
            <a:r>
              <a:rPr lang="en-US" sz="1800" dirty="0"/>
              <a:t>The system proposed in this paper automates the task of monitoring motorcyclists. </a:t>
            </a:r>
          </a:p>
        </p:txBody>
      </p:sp>
      <p:sp>
        <p:nvSpPr>
          <p:cNvPr id="29" name="TextBox 28"/>
          <p:cNvSpPr txBox="1"/>
          <p:nvPr/>
        </p:nvSpPr>
        <p:spPr>
          <a:xfrm>
            <a:off x="913935" y="1212208"/>
            <a:ext cx="268941" cy="923330"/>
          </a:xfrm>
          <a:prstGeom prst="rect">
            <a:avLst/>
          </a:prstGeom>
          <a:noFill/>
        </p:spPr>
        <p:txBody>
          <a:bodyPr wrap="square" rtlCol="0">
            <a:spAutoFit/>
          </a:bodyPr>
          <a:lstStyle/>
          <a:p>
            <a:r>
              <a:rPr lang="en-US" sz="5400" dirty="0">
                <a:latin typeface="Cambria" panose="02040503050406030204" pitchFamily="18" charset="0"/>
                <a:ea typeface="Cambria" panose="02040503050406030204" pitchFamily="18" charset="0"/>
              </a:rPr>
              <a:t>I</a:t>
            </a:r>
            <a:endParaRPr lang="en-IN" sz="5400" dirty="0"/>
          </a:p>
        </p:txBody>
      </p:sp>
      <p:sp>
        <p:nvSpPr>
          <p:cNvPr id="55" name="TextBox 54">
            <a:extLst>
              <a:ext uri="{FF2B5EF4-FFF2-40B4-BE49-F238E27FC236}">
                <a16:creationId xmlns:a16="http://schemas.microsoft.com/office/drawing/2014/main" id="{A7786A9D-2BAF-47AF-A9A6-7981923EF8E8}"/>
              </a:ext>
            </a:extLst>
          </p:cNvPr>
          <p:cNvSpPr txBox="1"/>
          <p:nvPr/>
        </p:nvSpPr>
        <p:spPr>
          <a:xfrm>
            <a:off x="2354378" y="237189"/>
            <a:ext cx="4746123" cy="830997"/>
          </a:xfrm>
          <a:prstGeom prst="rect">
            <a:avLst/>
          </a:prstGeom>
          <a:noFill/>
        </p:spPr>
        <p:txBody>
          <a:bodyPr wrap="square" rtlCol="0" anchor="ctr">
            <a:spAutoFit/>
          </a:bodyPr>
          <a:lstStyle/>
          <a:p>
            <a:pPr algn="ctr"/>
            <a:r>
              <a:rPr lang="en-US" altLang="ko-KR" sz="4800" b="1" spc="1800" dirty="0">
                <a:solidFill>
                  <a:srgbClr val="FD2120"/>
                </a:solidFill>
                <a:cs typeface="Arial" pitchFamily="34" charset="0"/>
              </a:rPr>
              <a:t>PROBLEM</a:t>
            </a:r>
          </a:p>
        </p:txBody>
      </p:sp>
      <p:sp>
        <p:nvSpPr>
          <p:cNvPr id="56" name="TextBox 55">
            <a:extLst>
              <a:ext uri="{FF2B5EF4-FFF2-40B4-BE49-F238E27FC236}">
                <a16:creationId xmlns:a16="http://schemas.microsoft.com/office/drawing/2014/main" id="{72D917A2-4775-4A8A-A467-E5B1FCB8351A}"/>
              </a:ext>
            </a:extLst>
          </p:cNvPr>
          <p:cNvSpPr txBox="1"/>
          <p:nvPr/>
        </p:nvSpPr>
        <p:spPr>
          <a:xfrm>
            <a:off x="2775719" y="919821"/>
            <a:ext cx="3741621" cy="584775"/>
          </a:xfrm>
          <a:prstGeom prst="rect">
            <a:avLst/>
          </a:prstGeom>
          <a:noFill/>
        </p:spPr>
        <p:txBody>
          <a:bodyPr wrap="square" rtlCol="0" anchor="ctr">
            <a:spAutoFit/>
          </a:bodyPr>
          <a:lstStyle/>
          <a:p>
            <a:pPr algn="ctr"/>
            <a:r>
              <a:rPr lang="en-GB" altLang="ko-KR" sz="3200" b="1" spc="1200" dirty="0">
                <a:solidFill>
                  <a:srgbClr val="92CF2A"/>
                </a:solidFill>
                <a:cs typeface="Arial" pitchFamily="34" charset="0"/>
              </a:rPr>
              <a:t>STATEMENT</a:t>
            </a:r>
            <a:endParaRPr lang="ko-KR" altLang="en-US" sz="3200" b="1" spc="1200" dirty="0">
              <a:solidFill>
                <a:srgbClr val="92CF2A"/>
              </a:solidFill>
              <a:cs typeface="Arial" pitchFamily="34" charset="0"/>
            </a:endParaRPr>
          </a:p>
        </p:txBody>
      </p:sp>
      <p:pic>
        <p:nvPicPr>
          <p:cNvPr id="2" name="Picture 6">
            <a:extLst>
              <a:ext uri="{FF2B5EF4-FFF2-40B4-BE49-F238E27FC236}">
                <a16:creationId xmlns:a16="http://schemas.microsoft.com/office/drawing/2014/main" id="{4DA90605-B85F-6CEE-0BF9-30A842B198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5682" y="3564985"/>
            <a:ext cx="1926309" cy="107873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TextBox 3">
            <a:extLst>
              <a:ext uri="{FF2B5EF4-FFF2-40B4-BE49-F238E27FC236}">
                <a16:creationId xmlns:a16="http://schemas.microsoft.com/office/drawing/2014/main" id="{95E9E2F6-78EB-CCB4-F61E-337483755481}"/>
              </a:ext>
            </a:extLst>
          </p:cNvPr>
          <p:cNvSpPr txBox="1"/>
          <p:nvPr/>
        </p:nvSpPr>
        <p:spPr>
          <a:xfrm>
            <a:off x="1483567" y="6036906"/>
            <a:ext cx="2855168" cy="369332"/>
          </a:xfrm>
          <a:prstGeom prst="rect">
            <a:avLst/>
          </a:prstGeom>
          <a:noFill/>
        </p:spPr>
        <p:txBody>
          <a:bodyPr wrap="square" rtlCol="0">
            <a:spAutoFit/>
          </a:bodyPr>
          <a:lstStyle/>
          <a:p>
            <a:r>
              <a:rPr lang="en-US" dirty="0">
                <a:hlinkClick r:id="rId4"/>
              </a:rPr>
              <a:t>BASE REASEARCH PAPER</a:t>
            </a:r>
            <a:endParaRPr lang="en-IN" dirty="0"/>
          </a:p>
        </p:txBody>
      </p:sp>
      <p:sp>
        <p:nvSpPr>
          <p:cNvPr id="5" name="TextBox 4">
            <a:extLst>
              <a:ext uri="{FF2B5EF4-FFF2-40B4-BE49-F238E27FC236}">
                <a16:creationId xmlns:a16="http://schemas.microsoft.com/office/drawing/2014/main" id="{54620895-BD8A-1CD8-A257-A99F18781CF5}"/>
              </a:ext>
            </a:extLst>
          </p:cNvPr>
          <p:cNvSpPr txBox="1"/>
          <p:nvPr/>
        </p:nvSpPr>
        <p:spPr>
          <a:xfrm>
            <a:off x="4098747" y="6009571"/>
            <a:ext cx="3079922" cy="369332"/>
          </a:xfrm>
          <a:prstGeom prst="rect">
            <a:avLst/>
          </a:prstGeom>
          <a:noFill/>
        </p:spPr>
        <p:txBody>
          <a:bodyPr wrap="square" rtlCol="0" anchor="ctr">
            <a:spAutoFit/>
          </a:bodyPr>
          <a:lstStyle/>
          <a:p>
            <a:r>
              <a:rPr lang="en-US" sz="1800" b="0" dirty="0">
                <a:hlinkClick r:id="rId5"/>
              </a:rPr>
              <a:t>Helmet_Detection_OCR_ANPR</a:t>
            </a:r>
            <a:endParaRPr lang="ko-KR" altLang="en-US" b="1" dirty="0">
              <a:solidFill>
                <a:srgbClr val="262626"/>
              </a:solidFill>
              <a:cs typeface="Arial" pitchFamily="34" charset="0"/>
            </a:endParaRPr>
          </a:p>
        </p:txBody>
      </p:sp>
      <p:sp>
        <p:nvSpPr>
          <p:cNvPr id="6" name="TextBox 5">
            <a:extLst>
              <a:ext uri="{FF2B5EF4-FFF2-40B4-BE49-F238E27FC236}">
                <a16:creationId xmlns:a16="http://schemas.microsoft.com/office/drawing/2014/main" id="{419E7DDE-E4C5-C698-FEBE-E6C053A9D12B}"/>
              </a:ext>
            </a:extLst>
          </p:cNvPr>
          <p:cNvSpPr txBox="1"/>
          <p:nvPr/>
        </p:nvSpPr>
        <p:spPr>
          <a:xfrm>
            <a:off x="3172640" y="6406238"/>
            <a:ext cx="1996519" cy="369332"/>
          </a:xfrm>
          <a:prstGeom prst="rect">
            <a:avLst/>
          </a:prstGeom>
          <a:noFill/>
        </p:spPr>
        <p:txBody>
          <a:bodyPr wrap="square" rtlCol="0">
            <a:spAutoFit/>
          </a:bodyPr>
          <a:lstStyle/>
          <a:p>
            <a:r>
              <a:rPr lang="en-US" dirty="0">
                <a:hlinkClick r:id="rId6"/>
              </a:rPr>
              <a:t>Project GitHub Link</a:t>
            </a:r>
            <a:endParaRPr lang="en-IN" dirty="0"/>
          </a:p>
        </p:txBody>
      </p:sp>
    </p:spTree>
    <p:extLst>
      <p:ext uri="{BB962C8B-B14F-4D97-AF65-F5344CB8AC3E}">
        <p14:creationId xmlns:p14="http://schemas.microsoft.com/office/powerpoint/2010/main" val="3010175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4A021ED1-3608-4054-9B4C-941AC7D709E7}"/>
              </a:ext>
            </a:extLst>
          </p:cNvPr>
          <p:cNvGrpSpPr/>
          <p:nvPr/>
        </p:nvGrpSpPr>
        <p:grpSpPr>
          <a:xfrm>
            <a:off x="3258198" y="9497"/>
            <a:ext cx="762976" cy="3863294"/>
            <a:chOff x="3942094" y="-1847"/>
            <a:chExt cx="762976" cy="3863294"/>
          </a:xfrm>
          <a:solidFill>
            <a:srgbClr val="F6AF2F"/>
          </a:solidFill>
        </p:grpSpPr>
        <p:sp>
          <p:nvSpPr>
            <p:cNvPr id="5" name="Rectangle 4">
              <a:extLst>
                <a:ext uri="{FF2B5EF4-FFF2-40B4-BE49-F238E27FC236}">
                  <a16:creationId xmlns:a16="http://schemas.microsoft.com/office/drawing/2014/main" id="{B82AF5FA-6C00-45EA-BB58-D259B0130D77}"/>
                </a:ext>
              </a:extLst>
            </p:cNvPr>
            <p:cNvSpPr/>
            <p:nvPr/>
          </p:nvSpPr>
          <p:spPr>
            <a:xfrm>
              <a:off x="4288244" y="-1847"/>
              <a:ext cx="72000" cy="265176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rgbClr val="F6AF2F"/>
                </a:solidFill>
              </a:endParaRPr>
            </a:p>
          </p:txBody>
        </p:sp>
        <p:sp>
          <p:nvSpPr>
            <p:cNvPr id="24" name="Freeform: Shape 23">
              <a:extLst>
                <a:ext uri="{FF2B5EF4-FFF2-40B4-BE49-F238E27FC236}">
                  <a16:creationId xmlns:a16="http://schemas.microsoft.com/office/drawing/2014/main" id="{4F8D1D4B-337E-480F-9132-FBFD4028C449}"/>
                </a:ext>
              </a:extLst>
            </p:cNvPr>
            <p:cNvSpPr/>
            <p:nvPr/>
          </p:nvSpPr>
          <p:spPr>
            <a:xfrm rot="5400000" flipH="1">
              <a:off x="3694759" y="2851136"/>
              <a:ext cx="1257646" cy="762976"/>
            </a:xfrm>
            <a:custGeom>
              <a:avLst/>
              <a:gdLst>
                <a:gd name="connsiteX0" fmla="*/ 782320 w 1075004"/>
                <a:gd name="connsiteY0" fmla="*/ 253919 h 652173"/>
                <a:gd name="connsiteX1" fmla="*/ 763875 w 1075004"/>
                <a:gd name="connsiteY1" fmla="*/ 269396 h 652173"/>
                <a:gd name="connsiteX2" fmla="*/ 421371 w 1075004"/>
                <a:gd name="connsiteY2" fmla="*/ 239431 h 652173"/>
                <a:gd name="connsiteX3" fmla="*/ 421370 w 1075004"/>
                <a:gd name="connsiteY3" fmla="*/ 253854 h 652173"/>
                <a:gd name="connsiteX4" fmla="*/ 447078 w 1075004"/>
                <a:gd name="connsiteY4" fmla="*/ 253854 h 652173"/>
                <a:gd name="connsiteX5" fmla="*/ 464104 w 1075004"/>
                <a:gd name="connsiteY5" fmla="*/ 270880 h 652173"/>
                <a:gd name="connsiteX6" fmla="*/ 464104 w 1075004"/>
                <a:gd name="connsiteY6" fmla="*/ 270879 h 652173"/>
                <a:gd name="connsiteX7" fmla="*/ 447079 w 1075004"/>
                <a:gd name="connsiteY7" fmla="*/ 287905 h 652173"/>
                <a:gd name="connsiteX8" fmla="*/ 421371 w 1075004"/>
                <a:gd name="connsiteY8" fmla="*/ 287905 h 652173"/>
                <a:gd name="connsiteX9" fmla="*/ 421371 w 1075004"/>
                <a:gd name="connsiteY9" fmla="*/ 311227 h 652173"/>
                <a:gd name="connsiteX10" fmla="*/ 447078 w 1075004"/>
                <a:gd name="connsiteY10" fmla="*/ 311227 h 652173"/>
                <a:gd name="connsiteX11" fmla="*/ 464104 w 1075004"/>
                <a:gd name="connsiteY11" fmla="*/ 328253 h 652173"/>
                <a:gd name="connsiteX12" fmla="*/ 464104 w 1075004"/>
                <a:gd name="connsiteY12" fmla="*/ 328253 h 652173"/>
                <a:gd name="connsiteX13" fmla="*/ 447079 w 1075004"/>
                <a:gd name="connsiteY13" fmla="*/ 345279 h 652173"/>
                <a:gd name="connsiteX14" fmla="*/ 421371 w 1075004"/>
                <a:gd name="connsiteY14" fmla="*/ 345279 h 652173"/>
                <a:gd name="connsiteX15" fmla="*/ 421371 w 1075004"/>
                <a:gd name="connsiteY15" fmla="*/ 368601 h 652173"/>
                <a:gd name="connsiteX16" fmla="*/ 447078 w 1075004"/>
                <a:gd name="connsiteY16" fmla="*/ 368601 h 652173"/>
                <a:gd name="connsiteX17" fmla="*/ 464104 w 1075004"/>
                <a:gd name="connsiteY17" fmla="*/ 385627 h 652173"/>
                <a:gd name="connsiteX18" fmla="*/ 464104 w 1075004"/>
                <a:gd name="connsiteY18" fmla="*/ 385627 h 652173"/>
                <a:gd name="connsiteX19" fmla="*/ 447079 w 1075004"/>
                <a:gd name="connsiteY19" fmla="*/ 402653 h 652173"/>
                <a:gd name="connsiteX20" fmla="*/ 421371 w 1075004"/>
                <a:gd name="connsiteY20" fmla="*/ 402653 h 652173"/>
                <a:gd name="connsiteX21" fmla="*/ 421370 w 1075004"/>
                <a:gd name="connsiteY21" fmla="*/ 417162 h 652173"/>
                <a:gd name="connsiteX22" fmla="*/ 762268 w 1075004"/>
                <a:gd name="connsiteY22" fmla="*/ 381333 h 652173"/>
                <a:gd name="connsiteX23" fmla="*/ 780980 w 1075004"/>
                <a:gd name="connsiteY23" fmla="*/ 396486 h 652173"/>
                <a:gd name="connsiteX24" fmla="*/ 765828 w 1075004"/>
                <a:gd name="connsiteY24" fmla="*/ 415197 h 652173"/>
                <a:gd name="connsiteX25" fmla="*/ 415893 w 1075004"/>
                <a:gd name="connsiteY25" fmla="*/ 451977 h 652173"/>
                <a:gd name="connsiteX26" fmla="*/ 397181 w 1075004"/>
                <a:gd name="connsiteY26" fmla="*/ 436824 h 652173"/>
                <a:gd name="connsiteX27" fmla="*/ 398889 w 1075004"/>
                <a:gd name="connsiteY27" fmla="*/ 431060 h 652173"/>
                <a:gd name="connsiteX28" fmla="*/ 398669 w 1075004"/>
                <a:gd name="connsiteY28" fmla="*/ 430531 h 652173"/>
                <a:gd name="connsiteX29" fmla="*/ 398669 w 1075004"/>
                <a:gd name="connsiteY29" fmla="*/ 402653 h 652173"/>
                <a:gd name="connsiteX30" fmla="*/ 372962 w 1075004"/>
                <a:gd name="connsiteY30" fmla="*/ 402653 h 652173"/>
                <a:gd name="connsiteX31" fmla="*/ 355936 w 1075004"/>
                <a:gd name="connsiteY31" fmla="*/ 385627 h 652173"/>
                <a:gd name="connsiteX32" fmla="*/ 372962 w 1075004"/>
                <a:gd name="connsiteY32" fmla="*/ 368601 h 652173"/>
                <a:gd name="connsiteX33" fmla="*/ 398669 w 1075004"/>
                <a:gd name="connsiteY33" fmla="*/ 368601 h 652173"/>
                <a:gd name="connsiteX34" fmla="*/ 398670 w 1075004"/>
                <a:gd name="connsiteY34" fmla="*/ 345279 h 652173"/>
                <a:gd name="connsiteX35" fmla="*/ 372962 w 1075004"/>
                <a:gd name="connsiteY35" fmla="*/ 345279 h 652173"/>
                <a:gd name="connsiteX36" fmla="*/ 355936 w 1075004"/>
                <a:gd name="connsiteY36" fmla="*/ 328253 h 652173"/>
                <a:gd name="connsiteX37" fmla="*/ 372962 w 1075004"/>
                <a:gd name="connsiteY37" fmla="*/ 311228 h 652173"/>
                <a:gd name="connsiteX38" fmla="*/ 398669 w 1075004"/>
                <a:gd name="connsiteY38" fmla="*/ 311227 h 652173"/>
                <a:gd name="connsiteX39" fmla="*/ 398669 w 1075004"/>
                <a:gd name="connsiteY39" fmla="*/ 287905 h 652173"/>
                <a:gd name="connsiteX40" fmla="*/ 372962 w 1075004"/>
                <a:gd name="connsiteY40" fmla="*/ 287905 h 652173"/>
                <a:gd name="connsiteX41" fmla="*/ 355936 w 1075004"/>
                <a:gd name="connsiteY41" fmla="*/ 270880 h 652173"/>
                <a:gd name="connsiteX42" fmla="*/ 372962 w 1075004"/>
                <a:gd name="connsiteY42" fmla="*/ 253854 h 652173"/>
                <a:gd name="connsiteX43" fmla="*/ 398670 w 1075004"/>
                <a:gd name="connsiteY43" fmla="*/ 253854 h 652173"/>
                <a:gd name="connsiteX44" fmla="*/ 398670 w 1075004"/>
                <a:gd name="connsiteY44" fmla="*/ 226224 h 652173"/>
                <a:gd name="connsiteX45" fmla="*/ 399282 w 1075004"/>
                <a:gd name="connsiteY45" fmla="*/ 224745 h 652173"/>
                <a:gd name="connsiteX46" fmla="*/ 397876 w 1075004"/>
                <a:gd name="connsiteY46" fmla="*/ 220285 h 652173"/>
                <a:gd name="connsiteX47" fmla="*/ 416321 w 1075004"/>
                <a:gd name="connsiteY47" fmla="*/ 204807 h 652173"/>
                <a:gd name="connsiteX48" fmla="*/ 766843 w 1075004"/>
                <a:gd name="connsiteY48" fmla="*/ 235474 h 652173"/>
                <a:gd name="connsiteX49" fmla="*/ 782320 w 1075004"/>
                <a:gd name="connsiteY49" fmla="*/ 253919 h 652173"/>
                <a:gd name="connsiteX50" fmla="*/ 787242 w 1075004"/>
                <a:gd name="connsiteY50" fmla="*/ 326087 h 652173"/>
                <a:gd name="connsiteX51" fmla="*/ 785600 w 1075004"/>
                <a:gd name="connsiteY51" fmla="*/ 324445 h 652173"/>
                <a:gd name="connsiteX52" fmla="*/ 785600 w 1075004"/>
                <a:gd name="connsiteY52" fmla="*/ 237207 h 652173"/>
                <a:gd name="connsiteX53" fmla="*/ 722116 w 1075004"/>
                <a:gd name="connsiteY53" fmla="*/ 173722 h 652173"/>
                <a:gd name="connsiteX54" fmla="*/ 634876 w 1075004"/>
                <a:gd name="connsiteY54" fmla="*/ 173722 h 652173"/>
                <a:gd name="connsiteX55" fmla="*/ 556664 w 1075004"/>
                <a:gd name="connsiteY55" fmla="*/ 95509 h 652173"/>
                <a:gd name="connsiteX56" fmla="*/ 95508 w 1075004"/>
                <a:gd name="connsiteY56" fmla="*/ 95509 h 652173"/>
                <a:gd name="connsiteX57" fmla="*/ 0 w 1075004"/>
                <a:gd name="connsiteY57" fmla="*/ 326087 h 652173"/>
                <a:gd name="connsiteX58" fmla="*/ 95508 w 1075004"/>
                <a:gd name="connsiteY58" fmla="*/ 556665 h 652173"/>
                <a:gd name="connsiteX59" fmla="*/ 556665 w 1075004"/>
                <a:gd name="connsiteY59" fmla="*/ 556665 h 652173"/>
                <a:gd name="connsiteX60" fmla="*/ 634877 w 1075004"/>
                <a:gd name="connsiteY60" fmla="*/ 478452 h 652173"/>
                <a:gd name="connsiteX61" fmla="*/ 722116 w 1075004"/>
                <a:gd name="connsiteY61" fmla="*/ 478453 h 652173"/>
                <a:gd name="connsiteX62" fmla="*/ 785600 w 1075004"/>
                <a:gd name="connsiteY62" fmla="*/ 414968 h 652173"/>
                <a:gd name="connsiteX63" fmla="*/ 785600 w 1075004"/>
                <a:gd name="connsiteY63" fmla="*/ 327729 h 652173"/>
                <a:gd name="connsiteX64" fmla="*/ 893383 w 1075004"/>
                <a:gd name="connsiteY64" fmla="*/ 437430 h 652173"/>
                <a:gd name="connsiteX65" fmla="*/ 893383 w 1075004"/>
                <a:gd name="connsiteY65" fmla="*/ 214743 h 652173"/>
                <a:gd name="connsiteX66" fmla="*/ 864082 w 1075004"/>
                <a:gd name="connsiteY66" fmla="*/ 185442 h 652173"/>
                <a:gd name="connsiteX67" fmla="*/ 834781 w 1075004"/>
                <a:gd name="connsiteY67" fmla="*/ 214743 h 652173"/>
                <a:gd name="connsiteX68" fmla="*/ 834781 w 1075004"/>
                <a:gd name="connsiteY68" fmla="*/ 437431 h 652173"/>
                <a:gd name="connsiteX69" fmla="*/ 864082 w 1075004"/>
                <a:gd name="connsiteY69" fmla="*/ 466732 h 652173"/>
                <a:gd name="connsiteX70" fmla="*/ 864082 w 1075004"/>
                <a:gd name="connsiteY70" fmla="*/ 466731 h 652173"/>
                <a:gd name="connsiteX71" fmla="*/ 893383 w 1075004"/>
                <a:gd name="connsiteY71" fmla="*/ 437430 h 652173"/>
                <a:gd name="connsiteX72" fmla="*/ 984194 w 1075004"/>
                <a:gd name="connsiteY72" fmla="*/ 425710 h 652173"/>
                <a:gd name="connsiteX73" fmla="*/ 984193 w 1075004"/>
                <a:gd name="connsiteY73" fmla="*/ 226464 h 652173"/>
                <a:gd name="connsiteX74" fmla="*/ 954893 w 1075004"/>
                <a:gd name="connsiteY74" fmla="*/ 197162 h 652173"/>
                <a:gd name="connsiteX75" fmla="*/ 925591 w 1075004"/>
                <a:gd name="connsiteY75" fmla="*/ 226464 h 652173"/>
                <a:gd name="connsiteX76" fmla="*/ 925591 w 1075004"/>
                <a:gd name="connsiteY76" fmla="*/ 425710 h 652173"/>
                <a:gd name="connsiteX77" fmla="*/ 954893 w 1075004"/>
                <a:gd name="connsiteY77" fmla="*/ 455012 h 652173"/>
                <a:gd name="connsiteX78" fmla="*/ 954893 w 1075004"/>
                <a:gd name="connsiteY78" fmla="*/ 455011 h 652173"/>
                <a:gd name="connsiteX79" fmla="*/ 984194 w 1075004"/>
                <a:gd name="connsiteY79" fmla="*/ 425710 h 652173"/>
                <a:gd name="connsiteX80" fmla="*/ 1075004 w 1075004"/>
                <a:gd name="connsiteY80" fmla="*/ 402269 h 652173"/>
                <a:gd name="connsiteX81" fmla="*/ 1075004 w 1075004"/>
                <a:gd name="connsiteY81" fmla="*/ 249904 h 652173"/>
                <a:gd name="connsiteX82" fmla="*/ 1045703 w 1075004"/>
                <a:gd name="connsiteY82" fmla="*/ 220603 h 652173"/>
                <a:gd name="connsiteX83" fmla="*/ 1016402 w 1075004"/>
                <a:gd name="connsiteY83" fmla="*/ 249904 h 652173"/>
                <a:gd name="connsiteX84" fmla="*/ 1016402 w 1075004"/>
                <a:gd name="connsiteY84" fmla="*/ 402269 h 652173"/>
                <a:gd name="connsiteX85" fmla="*/ 1045703 w 1075004"/>
                <a:gd name="connsiteY85" fmla="*/ 431570 h 652173"/>
                <a:gd name="connsiteX86" fmla="*/ 1045703 w 1075004"/>
                <a:gd name="connsiteY86" fmla="*/ 431570 h 652173"/>
                <a:gd name="connsiteX87" fmla="*/ 1075004 w 1075004"/>
                <a:gd name="connsiteY87" fmla="*/ 402269 h 652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1075004" h="652173">
                  <a:moveTo>
                    <a:pt x="782320" y="253919"/>
                  </a:moveTo>
                  <a:cubicBezTo>
                    <a:pt x="781500" y="263286"/>
                    <a:pt x="773242" y="270216"/>
                    <a:pt x="763875" y="269396"/>
                  </a:cubicBezTo>
                  <a:cubicBezTo>
                    <a:pt x="649707" y="259408"/>
                    <a:pt x="535539" y="249420"/>
                    <a:pt x="421371" y="239431"/>
                  </a:cubicBezTo>
                  <a:lnTo>
                    <a:pt x="421370" y="253854"/>
                  </a:lnTo>
                  <a:lnTo>
                    <a:pt x="447078" y="253854"/>
                  </a:lnTo>
                  <a:cubicBezTo>
                    <a:pt x="456482" y="253853"/>
                    <a:pt x="464104" y="261477"/>
                    <a:pt x="464104" y="270880"/>
                  </a:cubicBezTo>
                  <a:lnTo>
                    <a:pt x="464104" y="270879"/>
                  </a:lnTo>
                  <a:cubicBezTo>
                    <a:pt x="464104" y="280282"/>
                    <a:pt x="456482" y="287905"/>
                    <a:pt x="447079" y="287905"/>
                  </a:cubicBezTo>
                  <a:cubicBezTo>
                    <a:pt x="438509" y="287905"/>
                    <a:pt x="429940" y="287905"/>
                    <a:pt x="421371" y="287905"/>
                  </a:cubicBezTo>
                  <a:lnTo>
                    <a:pt x="421371" y="311227"/>
                  </a:lnTo>
                  <a:lnTo>
                    <a:pt x="447078" y="311227"/>
                  </a:lnTo>
                  <a:cubicBezTo>
                    <a:pt x="456482" y="311227"/>
                    <a:pt x="464104" y="318850"/>
                    <a:pt x="464104" y="328253"/>
                  </a:cubicBezTo>
                  <a:lnTo>
                    <a:pt x="464104" y="328253"/>
                  </a:lnTo>
                  <a:cubicBezTo>
                    <a:pt x="464104" y="337655"/>
                    <a:pt x="456482" y="345279"/>
                    <a:pt x="447079" y="345279"/>
                  </a:cubicBezTo>
                  <a:cubicBezTo>
                    <a:pt x="438510" y="345279"/>
                    <a:pt x="429940" y="345279"/>
                    <a:pt x="421371" y="345279"/>
                  </a:cubicBezTo>
                  <a:lnTo>
                    <a:pt x="421371" y="368601"/>
                  </a:lnTo>
                  <a:lnTo>
                    <a:pt x="447078" y="368601"/>
                  </a:lnTo>
                  <a:cubicBezTo>
                    <a:pt x="456482" y="368601"/>
                    <a:pt x="464104" y="376224"/>
                    <a:pt x="464104" y="385627"/>
                  </a:cubicBezTo>
                  <a:lnTo>
                    <a:pt x="464104" y="385627"/>
                  </a:lnTo>
                  <a:cubicBezTo>
                    <a:pt x="464104" y="395030"/>
                    <a:pt x="456481" y="402652"/>
                    <a:pt x="447079" y="402653"/>
                  </a:cubicBezTo>
                  <a:cubicBezTo>
                    <a:pt x="438509" y="402653"/>
                    <a:pt x="429940" y="402652"/>
                    <a:pt x="421371" y="402653"/>
                  </a:cubicBezTo>
                  <a:lnTo>
                    <a:pt x="421370" y="417162"/>
                  </a:lnTo>
                  <a:lnTo>
                    <a:pt x="762268" y="381333"/>
                  </a:lnTo>
                  <a:cubicBezTo>
                    <a:pt x="771619" y="380350"/>
                    <a:pt x="779997" y="387134"/>
                    <a:pt x="780980" y="396486"/>
                  </a:cubicBezTo>
                  <a:cubicBezTo>
                    <a:pt x="781963" y="405837"/>
                    <a:pt x="775179" y="414214"/>
                    <a:pt x="765828" y="415197"/>
                  </a:cubicBezTo>
                  <a:cubicBezTo>
                    <a:pt x="649182" y="427457"/>
                    <a:pt x="532538" y="439718"/>
                    <a:pt x="415893" y="451977"/>
                  </a:cubicBezTo>
                  <a:cubicBezTo>
                    <a:pt x="406541" y="452960"/>
                    <a:pt x="398164" y="446176"/>
                    <a:pt x="397181" y="436824"/>
                  </a:cubicBezTo>
                  <a:cubicBezTo>
                    <a:pt x="396959" y="434720"/>
                    <a:pt x="397132" y="432665"/>
                    <a:pt x="398889" y="431060"/>
                  </a:cubicBezTo>
                  <a:lnTo>
                    <a:pt x="398669" y="430531"/>
                  </a:lnTo>
                  <a:lnTo>
                    <a:pt x="398669" y="402653"/>
                  </a:lnTo>
                  <a:lnTo>
                    <a:pt x="372962" y="402653"/>
                  </a:lnTo>
                  <a:cubicBezTo>
                    <a:pt x="363559" y="402653"/>
                    <a:pt x="355936" y="395031"/>
                    <a:pt x="355936" y="385627"/>
                  </a:cubicBezTo>
                  <a:cubicBezTo>
                    <a:pt x="355936" y="376224"/>
                    <a:pt x="363559" y="368601"/>
                    <a:pt x="372962" y="368601"/>
                  </a:cubicBezTo>
                  <a:lnTo>
                    <a:pt x="398669" y="368601"/>
                  </a:lnTo>
                  <a:lnTo>
                    <a:pt x="398670" y="345279"/>
                  </a:lnTo>
                  <a:lnTo>
                    <a:pt x="372962" y="345279"/>
                  </a:lnTo>
                  <a:cubicBezTo>
                    <a:pt x="363559" y="345279"/>
                    <a:pt x="355937" y="337656"/>
                    <a:pt x="355936" y="328253"/>
                  </a:cubicBezTo>
                  <a:cubicBezTo>
                    <a:pt x="355937" y="318850"/>
                    <a:pt x="363559" y="311227"/>
                    <a:pt x="372962" y="311228"/>
                  </a:cubicBezTo>
                  <a:lnTo>
                    <a:pt x="398669" y="311227"/>
                  </a:lnTo>
                  <a:lnTo>
                    <a:pt x="398669" y="287905"/>
                  </a:lnTo>
                  <a:lnTo>
                    <a:pt x="372962" y="287905"/>
                  </a:lnTo>
                  <a:cubicBezTo>
                    <a:pt x="363559" y="287905"/>
                    <a:pt x="355936" y="280283"/>
                    <a:pt x="355936" y="270880"/>
                  </a:cubicBezTo>
                  <a:cubicBezTo>
                    <a:pt x="355936" y="261477"/>
                    <a:pt x="363559" y="253854"/>
                    <a:pt x="372962" y="253854"/>
                  </a:cubicBezTo>
                  <a:lnTo>
                    <a:pt x="398670" y="253854"/>
                  </a:lnTo>
                  <a:lnTo>
                    <a:pt x="398670" y="226224"/>
                  </a:lnTo>
                  <a:cubicBezTo>
                    <a:pt x="398670" y="225699"/>
                    <a:pt x="398705" y="225182"/>
                    <a:pt x="399282" y="224745"/>
                  </a:cubicBezTo>
                  <a:lnTo>
                    <a:pt x="397876" y="220285"/>
                  </a:lnTo>
                  <a:cubicBezTo>
                    <a:pt x="398695" y="210917"/>
                    <a:pt x="406953" y="203988"/>
                    <a:pt x="416321" y="204807"/>
                  </a:cubicBezTo>
                  <a:lnTo>
                    <a:pt x="766843" y="235474"/>
                  </a:lnTo>
                  <a:cubicBezTo>
                    <a:pt x="776210" y="236294"/>
                    <a:pt x="783140" y="244551"/>
                    <a:pt x="782320" y="253919"/>
                  </a:cubicBezTo>
                  <a:close/>
                  <a:moveTo>
                    <a:pt x="787242" y="326087"/>
                  </a:moveTo>
                  <a:lnTo>
                    <a:pt x="785600" y="324445"/>
                  </a:lnTo>
                  <a:lnTo>
                    <a:pt x="785600" y="237207"/>
                  </a:lnTo>
                  <a:cubicBezTo>
                    <a:pt x="785600" y="202145"/>
                    <a:pt x="757177" y="173722"/>
                    <a:pt x="722116" y="173722"/>
                  </a:cubicBezTo>
                  <a:lnTo>
                    <a:pt x="634876" y="173722"/>
                  </a:lnTo>
                  <a:cubicBezTo>
                    <a:pt x="608806" y="147651"/>
                    <a:pt x="582735" y="121579"/>
                    <a:pt x="556664" y="95509"/>
                  </a:cubicBezTo>
                  <a:cubicBezTo>
                    <a:pt x="429319" y="-31836"/>
                    <a:pt x="222853" y="-31836"/>
                    <a:pt x="95508" y="95509"/>
                  </a:cubicBezTo>
                  <a:cubicBezTo>
                    <a:pt x="31836" y="159181"/>
                    <a:pt x="0" y="242634"/>
                    <a:pt x="0" y="326087"/>
                  </a:cubicBezTo>
                  <a:cubicBezTo>
                    <a:pt x="0" y="409540"/>
                    <a:pt x="31836" y="492992"/>
                    <a:pt x="95508" y="556665"/>
                  </a:cubicBezTo>
                  <a:cubicBezTo>
                    <a:pt x="222853" y="684010"/>
                    <a:pt x="429320" y="684010"/>
                    <a:pt x="556665" y="556665"/>
                  </a:cubicBezTo>
                  <a:lnTo>
                    <a:pt x="634877" y="478452"/>
                  </a:lnTo>
                  <a:lnTo>
                    <a:pt x="722116" y="478453"/>
                  </a:lnTo>
                  <a:cubicBezTo>
                    <a:pt x="757178" y="478452"/>
                    <a:pt x="785600" y="450030"/>
                    <a:pt x="785600" y="414968"/>
                  </a:cubicBezTo>
                  <a:lnTo>
                    <a:pt x="785600" y="327729"/>
                  </a:lnTo>
                  <a:close/>
                  <a:moveTo>
                    <a:pt x="893383" y="437430"/>
                  </a:moveTo>
                  <a:lnTo>
                    <a:pt x="893383" y="214743"/>
                  </a:lnTo>
                  <a:cubicBezTo>
                    <a:pt x="893383" y="198561"/>
                    <a:pt x="880265" y="185442"/>
                    <a:pt x="864082" y="185442"/>
                  </a:cubicBezTo>
                  <a:cubicBezTo>
                    <a:pt x="847900" y="185442"/>
                    <a:pt x="834781" y="198561"/>
                    <a:pt x="834781" y="214743"/>
                  </a:cubicBezTo>
                  <a:lnTo>
                    <a:pt x="834781" y="437431"/>
                  </a:lnTo>
                  <a:cubicBezTo>
                    <a:pt x="834781" y="453613"/>
                    <a:pt x="847900" y="466732"/>
                    <a:pt x="864082" y="466732"/>
                  </a:cubicBezTo>
                  <a:lnTo>
                    <a:pt x="864082" y="466731"/>
                  </a:lnTo>
                  <a:cubicBezTo>
                    <a:pt x="880265" y="466731"/>
                    <a:pt x="893383" y="453613"/>
                    <a:pt x="893383" y="437430"/>
                  </a:cubicBezTo>
                  <a:close/>
                  <a:moveTo>
                    <a:pt x="984194" y="425710"/>
                  </a:moveTo>
                  <a:lnTo>
                    <a:pt x="984193" y="226464"/>
                  </a:lnTo>
                  <a:cubicBezTo>
                    <a:pt x="984193" y="210281"/>
                    <a:pt x="971075" y="197163"/>
                    <a:pt x="954893" y="197162"/>
                  </a:cubicBezTo>
                  <a:cubicBezTo>
                    <a:pt x="938710" y="197163"/>
                    <a:pt x="925591" y="210281"/>
                    <a:pt x="925591" y="226464"/>
                  </a:cubicBezTo>
                  <a:lnTo>
                    <a:pt x="925591" y="425710"/>
                  </a:lnTo>
                  <a:cubicBezTo>
                    <a:pt x="925591" y="441893"/>
                    <a:pt x="938710" y="455012"/>
                    <a:pt x="954893" y="455012"/>
                  </a:cubicBezTo>
                  <a:lnTo>
                    <a:pt x="954893" y="455011"/>
                  </a:lnTo>
                  <a:cubicBezTo>
                    <a:pt x="971075" y="455011"/>
                    <a:pt x="984194" y="441892"/>
                    <a:pt x="984194" y="425710"/>
                  </a:cubicBezTo>
                  <a:close/>
                  <a:moveTo>
                    <a:pt x="1075004" y="402269"/>
                  </a:moveTo>
                  <a:lnTo>
                    <a:pt x="1075004" y="249904"/>
                  </a:lnTo>
                  <a:cubicBezTo>
                    <a:pt x="1075004" y="233721"/>
                    <a:pt x="1061885" y="220603"/>
                    <a:pt x="1045703" y="220603"/>
                  </a:cubicBezTo>
                  <a:cubicBezTo>
                    <a:pt x="1029520" y="220603"/>
                    <a:pt x="1016402" y="233721"/>
                    <a:pt x="1016402" y="249904"/>
                  </a:cubicBezTo>
                  <a:lnTo>
                    <a:pt x="1016402" y="402269"/>
                  </a:lnTo>
                  <a:cubicBezTo>
                    <a:pt x="1016402" y="418452"/>
                    <a:pt x="1029520" y="431570"/>
                    <a:pt x="1045703" y="431570"/>
                  </a:cubicBezTo>
                  <a:lnTo>
                    <a:pt x="1045703" y="431570"/>
                  </a:lnTo>
                  <a:cubicBezTo>
                    <a:pt x="1061885" y="431570"/>
                    <a:pt x="1075004" y="418451"/>
                    <a:pt x="1075004" y="40226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solidFill>
                  <a:srgbClr val="F6AF2F"/>
                </a:solidFill>
              </a:endParaRPr>
            </a:p>
          </p:txBody>
        </p:sp>
      </p:grpSp>
      <p:grpSp>
        <p:nvGrpSpPr>
          <p:cNvPr id="30" name="Group 29">
            <a:extLst>
              <a:ext uri="{FF2B5EF4-FFF2-40B4-BE49-F238E27FC236}">
                <a16:creationId xmlns:a16="http://schemas.microsoft.com/office/drawing/2014/main" id="{8469A942-804D-4903-8F4A-8D9429512BF3}"/>
              </a:ext>
            </a:extLst>
          </p:cNvPr>
          <p:cNvGrpSpPr/>
          <p:nvPr/>
        </p:nvGrpSpPr>
        <p:grpSpPr>
          <a:xfrm>
            <a:off x="2110881" y="-18036"/>
            <a:ext cx="762976" cy="2936601"/>
            <a:chOff x="3158599" y="-1847"/>
            <a:chExt cx="762976" cy="2936601"/>
          </a:xfrm>
          <a:solidFill>
            <a:srgbClr val="92CF2A"/>
          </a:solidFill>
        </p:grpSpPr>
        <p:sp>
          <p:nvSpPr>
            <p:cNvPr id="6" name="Rectangle 5">
              <a:extLst>
                <a:ext uri="{FF2B5EF4-FFF2-40B4-BE49-F238E27FC236}">
                  <a16:creationId xmlns:a16="http://schemas.microsoft.com/office/drawing/2014/main" id="{82B04CED-E9CE-4AD0-AC88-1E335388BA2D}"/>
                </a:ext>
              </a:extLst>
            </p:cNvPr>
            <p:cNvSpPr/>
            <p:nvPr/>
          </p:nvSpPr>
          <p:spPr>
            <a:xfrm>
              <a:off x="3501625" y="-1847"/>
              <a:ext cx="72000" cy="173736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solidFill>
              </a:endParaRPr>
            </a:p>
          </p:txBody>
        </p:sp>
        <p:sp>
          <p:nvSpPr>
            <p:cNvPr id="26" name="Freeform: Shape 25">
              <a:extLst>
                <a:ext uri="{FF2B5EF4-FFF2-40B4-BE49-F238E27FC236}">
                  <a16:creationId xmlns:a16="http://schemas.microsoft.com/office/drawing/2014/main" id="{C5500B9C-197E-48FC-8A95-0C5F5A2064F8}"/>
                </a:ext>
              </a:extLst>
            </p:cNvPr>
            <p:cNvSpPr/>
            <p:nvPr/>
          </p:nvSpPr>
          <p:spPr>
            <a:xfrm rot="5400000" flipH="1">
              <a:off x="2911264" y="1924443"/>
              <a:ext cx="1257646" cy="762976"/>
            </a:xfrm>
            <a:custGeom>
              <a:avLst/>
              <a:gdLst>
                <a:gd name="connsiteX0" fmla="*/ 782320 w 1075004"/>
                <a:gd name="connsiteY0" fmla="*/ 253919 h 652173"/>
                <a:gd name="connsiteX1" fmla="*/ 763875 w 1075004"/>
                <a:gd name="connsiteY1" fmla="*/ 269396 h 652173"/>
                <a:gd name="connsiteX2" fmla="*/ 421371 w 1075004"/>
                <a:gd name="connsiteY2" fmla="*/ 239431 h 652173"/>
                <a:gd name="connsiteX3" fmla="*/ 421370 w 1075004"/>
                <a:gd name="connsiteY3" fmla="*/ 253854 h 652173"/>
                <a:gd name="connsiteX4" fmla="*/ 447078 w 1075004"/>
                <a:gd name="connsiteY4" fmla="*/ 253854 h 652173"/>
                <a:gd name="connsiteX5" fmla="*/ 464104 w 1075004"/>
                <a:gd name="connsiteY5" fmla="*/ 270880 h 652173"/>
                <a:gd name="connsiteX6" fmla="*/ 464104 w 1075004"/>
                <a:gd name="connsiteY6" fmla="*/ 270879 h 652173"/>
                <a:gd name="connsiteX7" fmla="*/ 447079 w 1075004"/>
                <a:gd name="connsiteY7" fmla="*/ 287905 h 652173"/>
                <a:gd name="connsiteX8" fmla="*/ 421371 w 1075004"/>
                <a:gd name="connsiteY8" fmla="*/ 287905 h 652173"/>
                <a:gd name="connsiteX9" fmla="*/ 421371 w 1075004"/>
                <a:gd name="connsiteY9" fmla="*/ 311227 h 652173"/>
                <a:gd name="connsiteX10" fmla="*/ 447078 w 1075004"/>
                <a:gd name="connsiteY10" fmla="*/ 311227 h 652173"/>
                <a:gd name="connsiteX11" fmla="*/ 464104 w 1075004"/>
                <a:gd name="connsiteY11" fmla="*/ 328253 h 652173"/>
                <a:gd name="connsiteX12" fmla="*/ 464104 w 1075004"/>
                <a:gd name="connsiteY12" fmla="*/ 328253 h 652173"/>
                <a:gd name="connsiteX13" fmla="*/ 447079 w 1075004"/>
                <a:gd name="connsiteY13" fmla="*/ 345278 h 652173"/>
                <a:gd name="connsiteX14" fmla="*/ 421371 w 1075004"/>
                <a:gd name="connsiteY14" fmla="*/ 345279 h 652173"/>
                <a:gd name="connsiteX15" fmla="*/ 421371 w 1075004"/>
                <a:gd name="connsiteY15" fmla="*/ 368601 h 652173"/>
                <a:gd name="connsiteX16" fmla="*/ 447078 w 1075004"/>
                <a:gd name="connsiteY16" fmla="*/ 368601 h 652173"/>
                <a:gd name="connsiteX17" fmla="*/ 464104 w 1075004"/>
                <a:gd name="connsiteY17" fmla="*/ 385627 h 652173"/>
                <a:gd name="connsiteX18" fmla="*/ 464104 w 1075004"/>
                <a:gd name="connsiteY18" fmla="*/ 385627 h 652173"/>
                <a:gd name="connsiteX19" fmla="*/ 447079 w 1075004"/>
                <a:gd name="connsiteY19" fmla="*/ 402652 h 652173"/>
                <a:gd name="connsiteX20" fmla="*/ 421371 w 1075004"/>
                <a:gd name="connsiteY20" fmla="*/ 402652 h 652173"/>
                <a:gd name="connsiteX21" fmla="*/ 421370 w 1075004"/>
                <a:gd name="connsiteY21" fmla="*/ 417162 h 652173"/>
                <a:gd name="connsiteX22" fmla="*/ 762268 w 1075004"/>
                <a:gd name="connsiteY22" fmla="*/ 381332 h 652173"/>
                <a:gd name="connsiteX23" fmla="*/ 780980 w 1075004"/>
                <a:gd name="connsiteY23" fmla="*/ 396486 h 652173"/>
                <a:gd name="connsiteX24" fmla="*/ 765828 w 1075004"/>
                <a:gd name="connsiteY24" fmla="*/ 415197 h 652173"/>
                <a:gd name="connsiteX25" fmla="*/ 415893 w 1075004"/>
                <a:gd name="connsiteY25" fmla="*/ 451977 h 652173"/>
                <a:gd name="connsiteX26" fmla="*/ 397181 w 1075004"/>
                <a:gd name="connsiteY26" fmla="*/ 436824 h 652173"/>
                <a:gd name="connsiteX27" fmla="*/ 398889 w 1075004"/>
                <a:gd name="connsiteY27" fmla="*/ 431060 h 652173"/>
                <a:gd name="connsiteX28" fmla="*/ 398669 w 1075004"/>
                <a:gd name="connsiteY28" fmla="*/ 430530 h 652173"/>
                <a:gd name="connsiteX29" fmla="*/ 398669 w 1075004"/>
                <a:gd name="connsiteY29" fmla="*/ 402652 h 652173"/>
                <a:gd name="connsiteX30" fmla="*/ 372962 w 1075004"/>
                <a:gd name="connsiteY30" fmla="*/ 402653 h 652173"/>
                <a:gd name="connsiteX31" fmla="*/ 355936 w 1075004"/>
                <a:gd name="connsiteY31" fmla="*/ 385627 h 652173"/>
                <a:gd name="connsiteX32" fmla="*/ 372962 w 1075004"/>
                <a:gd name="connsiteY32" fmla="*/ 368601 h 652173"/>
                <a:gd name="connsiteX33" fmla="*/ 398669 w 1075004"/>
                <a:gd name="connsiteY33" fmla="*/ 368601 h 652173"/>
                <a:gd name="connsiteX34" fmla="*/ 398670 w 1075004"/>
                <a:gd name="connsiteY34" fmla="*/ 345279 h 652173"/>
                <a:gd name="connsiteX35" fmla="*/ 372962 w 1075004"/>
                <a:gd name="connsiteY35" fmla="*/ 345279 h 652173"/>
                <a:gd name="connsiteX36" fmla="*/ 355936 w 1075004"/>
                <a:gd name="connsiteY36" fmla="*/ 328253 h 652173"/>
                <a:gd name="connsiteX37" fmla="*/ 372962 w 1075004"/>
                <a:gd name="connsiteY37" fmla="*/ 311228 h 652173"/>
                <a:gd name="connsiteX38" fmla="*/ 398669 w 1075004"/>
                <a:gd name="connsiteY38" fmla="*/ 311227 h 652173"/>
                <a:gd name="connsiteX39" fmla="*/ 398669 w 1075004"/>
                <a:gd name="connsiteY39" fmla="*/ 287905 h 652173"/>
                <a:gd name="connsiteX40" fmla="*/ 372962 w 1075004"/>
                <a:gd name="connsiteY40" fmla="*/ 287905 h 652173"/>
                <a:gd name="connsiteX41" fmla="*/ 355936 w 1075004"/>
                <a:gd name="connsiteY41" fmla="*/ 270880 h 652173"/>
                <a:gd name="connsiteX42" fmla="*/ 372962 w 1075004"/>
                <a:gd name="connsiteY42" fmla="*/ 253854 h 652173"/>
                <a:gd name="connsiteX43" fmla="*/ 398670 w 1075004"/>
                <a:gd name="connsiteY43" fmla="*/ 253854 h 652173"/>
                <a:gd name="connsiteX44" fmla="*/ 398670 w 1075004"/>
                <a:gd name="connsiteY44" fmla="*/ 226224 h 652173"/>
                <a:gd name="connsiteX45" fmla="*/ 399282 w 1075004"/>
                <a:gd name="connsiteY45" fmla="*/ 224745 h 652173"/>
                <a:gd name="connsiteX46" fmla="*/ 397876 w 1075004"/>
                <a:gd name="connsiteY46" fmla="*/ 220285 h 652173"/>
                <a:gd name="connsiteX47" fmla="*/ 416321 w 1075004"/>
                <a:gd name="connsiteY47" fmla="*/ 204807 h 652173"/>
                <a:gd name="connsiteX48" fmla="*/ 766843 w 1075004"/>
                <a:gd name="connsiteY48" fmla="*/ 235474 h 652173"/>
                <a:gd name="connsiteX49" fmla="*/ 782320 w 1075004"/>
                <a:gd name="connsiteY49" fmla="*/ 253919 h 652173"/>
                <a:gd name="connsiteX50" fmla="*/ 787242 w 1075004"/>
                <a:gd name="connsiteY50" fmla="*/ 326087 h 652173"/>
                <a:gd name="connsiteX51" fmla="*/ 785600 w 1075004"/>
                <a:gd name="connsiteY51" fmla="*/ 324445 h 652173"/>
                <a:gd name="connsiteX52" fmla="*/ 785600 w 1075004"/>
                <a:gd name="connsiteY52" fmla="*/ 237207 h 652173"/>
                <a:gd name="connsiteX53" fmla="*/ 722116 w 1075004"/>
                <a:gd name="connsiteY53" fmla="*/ 173722 h 652173"/>
                <a:gd name="connsiteX54" fmla="*/ 634876 w 1075004"/>
                <a:gd name="connsiteY54" fmla="*/ 173722 h 652173"/>
                <a:gd name="connsiteX55" fmla="*/ 556664 w 1075004"/>
                <a:gd name="connsiteY55" fmla="*/ 95509 h 652173"/>
                <a:gd name="connsiteX56" fmla="*/ 95508 w 1075004"/>
                <a:gd name="connsiteY56" fmla="*/ 95509 h 652173"/>
                <a:gd name="connsiteX57" fmla="*/ 0 w 1075004"/>
                <a:gd name="connsiteY57" fmla="*/ 326087 h 652173"/>
                <a:gd name="connsiteX58" fmla="*/ 95508 w 1075004"/>
                <a:gd name="connsiteY58" fmla="*/ 556665 h 652173"/>
                <a:gd name="connsiteX59" fmla="*/ 556665 w 1075004"/>
                <a:gd name="connsiteY59" fmla="*/ 556665 h 652173"/>
                <a:gd name="connsiteX60" fmla="*/ 634877 w 1075004"/>
                <a:gd name="connsiteY60" fmla="*/ 478452 h 652173"/>
                <a:gd name="connsiteX61" fmla="*/ 722116 w 1075004"/>
                <a:gd name="connsiteY61" fmla="*/ 478453 h 652173"/>
                <a:gd name="connsiteX62" fmla="*/ 785600 w 1075004"/>
                <a:gd name="connsiteY62" fmla="*/ 414968 h 652173"/>
                <a:gd name="connsiteX63" fmla="*/ 785600 w 1075004"/>
                <a:gd name="connsiteY63" fmla="*/ 327729 h 652173"/>
                <a:gd name="connsiteX64" fmla="*/ 893383 w 1075004"/>
                <a:gd name="connsiteY64" fmla="*/ 437430 h 652173"/>
                <a:gd name="connsiteX65" fmla="*/ 893383 w 1075004"/>
                <a:gd name="connsiteY65" fmla="*/ 214743 h 652173"/>
                <a:gd name="connsiteX66" fmla="*/ 864082 w 1075004"/>
                <a:gd name="connsiteY66" fmla="*/ 185442 h 652173"/>
                <a:gd name="connsiteX67" fmla="*/ 834781 w 1075004"/>
                <a:gd name="connsiteY67" fmla="*/ 214743 h 652173"/>
                <a:gd name="connsiteX68" fmla="*/ 834781 w 1075004"/>
                <a:gd name="connsiteY68" fmla="*/ 437431 h 652173"/>
                <a:gd name="connsiteX69" fmla="*/ 864082 w 1075004"/>
                <a:gd name="connsiteY69" fmla="*/ 466732 h 652173"/>
                <a:gd name="connsiteX70" fmla="*/ 864082 w 1075004"/>
                <a:gd name="connsiteY70" fmla="*/ 466731 h 652173"/>
                <a:gd name="connsiteX71" fmla="*/ 893383 w 1075004"/>
                <a:gd name="connsiteY71" fmla="*/ 437430 h 652173"/>
                <a:gd name="connsiteX72" fmla="*/ 984194 w 1075004"/>
                <a:gd name="connsiteY72" fmla="*/ 425710 h 652173"/>
                <a:gd name="connsiteX73" fmla="*/ 984193 w 1075004"/>
                <a:gd name="connsiteY73" fmla="*/ 226464 h 652173"/>
                <a:gd name="connsiteX74" fmla="*/ 954892 w 1075004"/>
                <a:gd name="connsiteY74" fmla="*/ 197162 h 652173"/>
                <a:gd name="connsiteX75" fmla="*/ 925591 w 1075004"/>
                <a:gd name="connsiteY75" fmla="*/ 226464 h 652173"/>
                <a:gd name="connsiteX76" fmla="*/ 925591 w 1075004"/>
                <a:gd name="connsiteY76" fmla="*/ 425710 h 652173"/>
                <a:gd name="connsiteX77" fmla="*/ 954892 w 1075004"/>
                <a:gd name="connsiteY77" fmla="*/ 455011 h 652173"/>
                <a:gd name="connsiteX78" fmla="*/ 954892 w 1075004"/>
                <a:gd name="connsiteY78" fmla="*/ 455011 h 652173"/>
                <a:gd name="connsiteX79" fmla="*/ 984194 w 1075004"/>
                <a:gd name="connsiteY79" fmla="*/ 425710 h 652173"/>
                <a:gd name="connsiteX80" fmla="*/ 1075004 w 1075004"/>
                <a:gd name="connsiteY80" fmla="*/ 402268 h 652173"/>
                <a:gd name="connsiteX81" fmla="*/ 1075004 w 1075004"/>
                <a:gd name="connsiteY81" fmla="*/ 249904 h 652173"/>
                <a:gd name="connsiteX82" fmla="*/ 1045703 w 1075004"/>
                <a:gd name="connsiteY82" fmla="*/ 220603 h 652173"/>
                <a:gd name="connsiteX83" fmla="*/ 1016402 w 1075004"/>
                <a:gd name="connsiteY83" fmla="*/ 249904 h 652173"/>
                <a:gd name="connsiteX84" fmla="*/ 1016402 w 1075004"/>
                <a:gd name="connsiteY84" fmla="*/ 402269 h 652173"/>
                <a:gd name="connsiteX85" fmla="*/ 1045703 w 1075004"/>
                <a:gd name="connsiteY85" fmla="*/ 431570 h 652173"/>
                <a:gd name="connsiteX86" fmla="*/ 1045703 w 1075004"/>
                <a:gd name="connsiteY86" fmla="*/ 431570 h 652173"/>
                <a:gd name="connsiteX87" fmla="*/ 1075004 w 1075004"/>
                <a:gd name="connsiteY87" fmla="*/ 402268 h 652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1075004" h="652173">
                  <a:moveTo>
                    <a:pt x="782320" y="253919"/>
                  </a:moveTo>
                  <a:cubicBezTo>
                    <a:pt x="781500" y="263286"/>
                    <a:pt x="773242" y="270215"/>
                    <a:pt x="763875" y="269396"/>
                  </a:cubicBezTo>
                  <a:cubicBezTo>
                    <a:pt x="649707" y="259408"/>
                    <a:pt x="535539" y="249420"/>
                    <a:pt x="421371" y="239431"/>
                  </a:cubicBezTo>
                  <a:lnTo>
                    <a:pt x="421370" y="253854"/>
                  </a:lnTo>
                  <a:lnTo>
                    <a:pt x="447078" y="253854"/>
                  </a:lnTo>
                  <a:cubicBezTo>
                    <a:pt x="456482" y="253853"/>
                    <a:pt x="464104" y="261476"/>
                    <a:pt x="464104" y="270880"/>
                  </a:cubicBezTo>
                  <a:lnTo>
                    <a:pt x="464104" y="270879"/>
                  </a:lnTo>
                  <a:cubicBezTo>
                    <a:pt x="464104" y="280282"/>
                    <a:pt x="456482" y="287905"/>
                    <a:pt x="447079" y="287905"/>
                  </a:cubicBezTo>
                  <a:cubicBezTo>
                    <a:pt x="438509" y="287905"/>
                    <a:pt x="429940" y="287905"/>
                    <a:pt x="421371" y="287905"/>
                  </a:cubicBezTo>
                  <a:lnTo>
                    <a:pt x="421371" y="311227"/>
                  </a:lnTo>
                  <a:lnTo>
                    <a:pt x="447078" y="311227"/>
                  </a:lnTo>
                  <a:cubicBezTo>
                    <a:pt x="456482" y="311227"/>
                    <a:pt x="464104" y="318850"/>
                    <a:pt x="464104" y="328253"/>
                  </a:cubicBezTo>
                  <a:lnTo>
                    <a:pt x="464104" y="328253"/>
                  </a:lnTo>
                  <a:cubicBezTo>
                    <a:pt x="464104" y="337655"/>
                    <a:pt x="456482" y="345278"/>
                    <a:pt x="447079" y="345278"/>
                  </a:cubicBezTo>
                  <a:cubicBezTo>
                    <a:pt x="438510" y="345278"/>
                    <a:pt x="429940" y="345278"/>
                    <a:pt x="421371" y="345279"/>
                  </a:cubicBezTo>
                  <a:lnTo>
                    <a:pt x="421371" y="368601"/>
                  </a:lnTo>
                  <a:lnTo>
                    <a:pt x="447078" y="368601"/>
                  </a:lnTo>
                  <a:cubicBezTo>
                    <a:pt x="456482" y="368601"/>
                    <a:pt x="464104" y="376223"/>
                    <a:pt x="464104" y="385627"/>
                  </a:cubicBezTo>
                  <a:lnTo>
                    <a:pt x="464104" y="385627"/>
                  </a:lnTo>
                  <a:cubicBezTo>
                    <a:pt x="464104" y="395030"/>
                    <a:pt x="456481" y="402652"/>
                    <a:pt x="447079" y="402652"/>
                  </a:cubicBezTo>
                  <a:cubicBezTo>
                    <a:pt x="438509" y="402652"/>
                    <a:pt x="429940" y="402652"/>
                    <a:pt x="421371" y="402652"/>
                  </a:cubicBezTo>
                  <a:lnTo>
                    <a:pt x="421370" y="417162"/>
                  </a:lnTo>
                  <a:lnTo>
                    <a:pt x="762268" y="381332"/>
                  </a:lnTo>
                  <a:cubicBezTo>
                    <a:pt x="771619" y="380350"/>
                    <a:pt x="779997" y="387134"/>
                    <a:pt x="780980" y="396486"/>
                  </a:cubicBezTo>
                  <a:cubicBezTo>
                    <a:pt x="781963" y="405837"/>
                    <a:pt x="775179" y="414214"/>
                    <a:pt x="765828" y="415197"/>
                  </a:cubicBezTo>
                  <a:cubicBezTo>
                    <a:pt x="649182" y="427457"/>
                    <a:pt x="532538" y="439718"/>
                    <a:pt x="415893" y="451977"/>
                  </a:cubicBezTo>
                  <a:cubicBezTo>
                    <a:pt x="406541" y="452960"/>
                    <a:pt x="398164" y="446176"/>
                    <a:pt x="397181" y="436824"/>
                  </a:cubicBezTo>
                  <a:cubicBezTo>
                    <a:pt x="396959" y="434720"/>
                    <a:pt x="397132" y="432665"/>
                    <a:pt x="398889" y="431060"/>
                  </a:cubicBezTo>
                  <a:lnTo>
                    <a:pt x="398669" y="430530"/>
                  </a:lnTo>
                  <a:lnTo>
                    <a:pt x="398669" y="402652"/>
                  </a:lnTo>
                  <a:lnTo>
                    <a:pt x="372962" y="402653"/>
                  </a:lnTo>
                  <a:cubicBezTo>
                    <a:pt x="363559" y="402653"/>
                    <a:pt x="355936" y="395031"/>
                    <a:pt x="355936" y="385627"/>
                  </a:cubicBezTo>
                  <a:cubicBezTo>
                    <a:pt x="355936" y="376224"/>
                    <a:pt x="363559" y="368601"/>
                    <a:pt x="372962" y="368601"/>
                  </a:cubicBezTo>
                  <a:lnTo>
                    <a:pt x="398669" y="368601"/>
                  </a:lnTo>
                  <a:lnTo>
                    <a:pt x="398670" y="345279"/>
                  </a:lnTo>
                  <a:lnTo>
                    <a:pt x="372962" y="345279"/>
                  </a:lnTo>
                  <a:cubicBezTo>
                    <a:pt x="363559" y="345278"/>
                    <a:pt x="355937" y="337656"/>
                    <a:pt x="355936" y="328253"/>
                  </a:cubicBezTo>
                  <a:cubicBezTo>
                    <a:pt x="355937" y="318850"/>
                    <a:pt x="363559" y="311227"/>
                    <a:pt x="372962" y="311228"/>
                  </a:cubicBezTo>
                  <a:lnTo>
                    <a:pt x="398669" y="311227"/>
                  </a:lnTo>
                  <a:lnTo>
                    <a:pt x="398669" y="287905"/>
                  </a:lnTo>
                  <a:lnTo>
                    <a:pt x="372962" y="287905"/>
                  </a:lnTo>
                  <a:cubicBezTo>
                    <a:pt x="363559" y="287905"/>
                    <a:pt x="355936" y="280283"/>
                    <a:pt x="355936" y="270880"/>
                  </a:cubicBezTo>
                  <a:cubicBezTo>
                    <a:pt x="355936" y="261476"/>
                    <a:pt x="363559" y="253854"/>
                    <a:pt x="372962" y="253854"/>
                  </a:cubicBezTo>
                  <a:lnTo>
                    <a:pt x="398670" y="253854"/>
                  </a:lnTo>
                  <a:lnTo>
                    <a:pt x="398670" y="226224"/>
                  </a:lnTo>
                  <a:cubicBezTo>
                    <a:pt x="398670" y="225699"/>
                    <a:pt x="398705" y="225182"/>
                    <a:pt x="399282" y="224745"/>
                  </a:cubicBezTo>
                  <a:lnTo>
                    <a:pt x="397876" y="220285"/>
                  </a:lnTo>
                  <a:cubicBezTo>
                    <a:pt x="398695" y="210917"/>
                    <a:pt x="406953" y="203988"/>
                    <a:pt x="416321" y="204807"/>
                  </a:cubicBezTo>
                  <a:lnTo>
                    <a:pt x="766843" y="235474"/>
                  </a:lnTo>
                  <a:cubicBezTo>
                    <a:pt x="776210" y="236294"/>
                    <a:pt x="783140" y="244551"/>
                    <a:pt x="782320" y="253919"/>
                  </a:cubicBezTo>
                  <a:close/>
                  <a:moveTo>
                    <a:pt x="787242" y="326087"/>
                  </a:moveTo>
                  <a:lnTo>
                    <a:pt x="785600" y="324445"/>
                  </a:lnTo>
                  <a:lnTo>
                    <a:pt x="785600" y="237207"/>
                  </a:lnTo>
                  <a:cubicBezTo>
                    <a:pt x="785600" y="202145"/>
                    <a:pt x="757177" y="173722"/>
                    <a:pt x="722116" y="173722"/>
                  </a:cubicBezTo>
                  <a:lnTo>
                    <a:pt x="634876" y="173722"/>
                  </a:lnTo>
                  <a:cubicBezTo>
                    <a:pt x="608806" y="147651"/>
                    <a:pt x="582735" y="121579"/>
                    <a:pt x="556664" y="95509"/>
                  </a:cubicBezTo>
                  <a:cubicBezTo>
                    <a:pt x="429319" y="-31836"/>
                    <a:pt x="222853" y="-31836"/>
                    <a:pt x="95508" y="95509"/>
                  </a:cubicBezTo>
                  <a:cubicBezTo>
                    <a:pt x="31836" y="159181"/>
                    <a:pt x="0" y="242634"/>
                    <a:pt x="0" y="326087"/>
                  </a:cubicBezTo>
                  <a:cubicBezTo>
                    <a:pt x="0" y="409540"/>
                    <a:pt x="31836" y="492992"/>
                    <a:pt x="95508" y="556665"/>
                  </a:cubicBezTo>
                  <a:cubicBezTo>
                    <a:pt x="222853" y="684010"/>
                    <a:pt x="429320" y="684010"/>
                    <a:pt x="556665" y="556665"/>
                  </a:cubicBezTo>
                  <a:lnTo>
                    <a:pt x="634877" y="478452"/>
                  </a:lnTo>
                  <a:lnTo>
                    <a:pt x="722116" y="478453"/>
                  </a:lnTo>
                  <a:cubicBezTo>
                    <a:pt x="757178" y="478452"/>
                    <a:pt x="785600" y="450029"/>
                    <a:pt x="785600" y="414968"/>
                  </a:cubicBezTo>
                  <a:lnTo>
                    <a:pt x="785600" y="327729"/>
                  </a:lnTo>
                  <a:close/>
                  <a:moveTo>
                    <a:pt x="893383" y="437430"/>
                  </a:moveTo>
                  <a:lnTo>
                    <a:pt x="893383" y="214743"/>
                  </a:lnTo>
                  <a:cubicBezTo>
                    <a:pt x="893383" y="198561"/>
                    <a:pt x="880265" y="185442"/>
                    <a:pt x="864082" y="185442"/>
                  </a:cubicBezTo>
                  <a:cubicBezTo>
                    <a:pt x="847900" y="185442"/>
                    <a:pt x="834781" y="198561"/>
                    <a:pt x="834781" y="214743"/>
                  </a:cubicBezTo>
                  <a:lnTo>
                    <a:pt x="834781" y="437431"/>
                  </a:lnTo>
                  <a:cubicBezTo>
                    <a:pt x="834781" y="453613"/>
                    <a:pt x="847900" y="466732"/>
                    <a:pt x="864082" y="466732"/>
                  </a:cubicBezTo>
                  <a:lnTo>
                    <a:pt x="864082" y="466731"/>
                  </a:lnTo>
                  <a:cubicBezTo>
                    <a:pt x="880265" y="466731"/>
                    <a:pt x="893383" y="453613"/>
                    <a:pt x="893383" y="437430"/>
                  </a:cubicBezTo>
                  <a:close/>
                  <a:moveTo>
                    <a:pt x="984194" y="425710"/>
                  </a:moveTo>
                  <a:lnTo>
                    <a:pt x="984193" y="226464"/>
                  </a:lnTo>
                  <a:cubicBezTo>
                    <a:pt x="984193" y="210281"/>
                    <a:pt x="971075" y="197163"/>
                    <a:pt x="954892" y="197162"/>
                  </a:cubicBezTo>
                  <a:cubicBezTo>
                    <a:pt x="938710" y="197163"/>
                    <a:pt x="925591" y="210281"/>
                    <a:pt x="925591" y="226464"/>
                  </a:cubicBezTo>
                  <a:lnTo>
                    <a:pt x="925591" y="425710"/>
                  </a:lnTo>
                  <a:cubicBezTo>
                    <a:pt x="925591" y="441893"/>
                    <a:pt x="938710" y="455011"/>
                    <a:pt x="954892" y="455011"/>
                  </a:cubicBezTo>
                  <a:lnTo>
                    <a:pt x="954892" y="455011"/>
                  </a:lnTo>
                  <a:cubicBezTo>
                    <a:pt x="971075" y="455011"/>
                    <a:pt x="984194" y="441892"/>
                    <a:pt x="984194" y="425710"/>
                  </a:cubicBezTo>
                  <a:close/>
                  <a:moveTo>
                    <a:pt x="1075004" y="402268"/>
                  </a:moveTo>
                  <a:lnTo>
                    <a:pt x="1075004" y="249904"/>
                  </a:lnTo>
                  <a:cubicBezTo>
                    <a:pt x="1075004" y="233721"/>
                    <a:pt x="1061885" y="220603"/>
                    <a:pt x="1045703" y="220603"/>
                  </a:cubicBezTo>
                  <a:cubicBezTo>
                    <a:pt x="1029520" y="220603"/>
                    <a:pt x="1016402" y="233721"/>
                    <a:pt x="1016402" y="249904"/>
                  </a:cubicBezTo>
                  <a:lnTo>
                    <a:pt x="1016402" y="402269"/>
                  </a:lnTo>
                  <a:cubicBezTo>
                    <a:pt x="1016402" y="418451"/>
                    <a:pt x="1029520" y="431570"/>
                    <a:pt x="1045703" y="431570"/>
                  </a:cubicBezTo>
                  <a:lnTo>
                    <a:pt x="1045703" y="431570"/>
                  </a:lnTo>
                  <a:cubicBezTo>
                    <a:pt x="1061885" y="431570"/>
                    <a:pt x="1075004" y="418451"/>
                    <a:pt x="1075004" y="402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solidFill>
                  <a:schemeClr val="tx1"/>
                </a:solidFill>
              </a:endParaRPr>
            </a:p>
          </p:txBody>
        </p:sp>
      </p:grpSp>
      <p:grpSp>
        <p:nvGrpSpPr>
          <p:cNvPr id="33" name="Group 32">
            <a:extLst>
              <a:ext uri="{FF2B5EF4-FFF2-40B4-BE49-F238E27FC236}">
                <a16:creationId xmlns:a16="http://schemas.microsoft.com/office/drawing/2014/main" id="{8D1DD00C-F719-4E36-8400-D48848310B64}"/>
              </a:ext>
            </a:extLst>
          </p:cNvPr>
          <p:cNvGrpSpPr/>
          <p:nvPr/>
        </p:nvGrpSpPr>
        <p:grpSpPr>
          <a:xfrm>
            <a:off x="351947" y="-18036"/>
            <a:ext cx="1437328" cy="5489412"/>
            <a:chOff x="2015424" y="-1847"/>
            <a:chExt cx="1437328" cy="5489412"/>
          </a:xfrm>
          <a:solidFill>
            <a:srgbClr val="5B9BD5"/>
          </a:solidFill>
        </p:grpSpPr>
        <p:sp>
          <p:nvSpPr>
            <p:cNvPr id="4" name="Rectangle 3">
              <a:extLst>
                <a:ext uri="{FF2B5EF4-FFF2-40B4-BE49-F238E27FC236}">
                  <a16:creationId xmlns:a16="http://schemas.microsoft.com/office/drawing/2014/main" id="{C03BF2F0-D709-4C92-878E-6F1024DCB8F1}"/>
                </a:ext>
              </a:extLst>
            </p:cNvPr>
            <p:cNvSpPr/>
            <p:nvPr/>
          </p:nvSpPr>
          <p:spPr>
            <a:xfrm>
              <a:off x="2701620" y="-1847"/>
              <a:ext cx="72000" cy="402336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solidFill>
              </a:endParaRPr>
            </a:p>
          </p:txBody>
        </p:sp>
        <p:sp>
          <p:nvSpPr>
            <p:cNvPr id="11" name="Rounded Rectangle 51">
              <a:extLst>
                <a:ext uri="{FF2B5EF4-FFF2-40B4-BE49-F238E27FC236}">
                  <a16:creationId xmlns:a16="http://schemas.microsoft.com/office/drawing/2014/main" id="{0A65E5E0-B696-4840-BE42-1CBEA55E6D07}"/>
                </a:ext>
              </a:extLst>
            </p:cNvPr>
            <p:cNvSpPr/>
            <p:nvPr/>
          </p:nvSpPr>
          <p:spPr>
            <a:xfrm rot="5400000" flipH="1">
              <a:off x="1970982" y="4005795"/>
              <a:ext cx="1526212" cy="1437328"/>
            </a:xfrm>
            <a:custGeom>
              <a:avLst/>
              <a:gdLst/>
              <a:ahLst/>
              <a:cxnLst/>
              <a:rect l="l" t="t" r="r" b="b"/>
              <a:pathLst>
                <a:path w="2928608" h="2758049">
                  <a:moveTo>
                    <a:pt x="2797052" y="1199936"/>
                  </a:moveTo>
                  <a:lnTo>
                    <a:pt x="2797052" y="1541978"/>
                  </a:lnTo>
                  <a:cubicBezTo>
                    <a:pt x="2797052" y="1578306"/>
                    <a:pt x="2826502" y="1607756"/>
                    <a:pt x="2862830" y="1607756"/>
                  </a:cubicBezTo>
                  <a:lnTo>
                    <a:pt x="2862830" y="1607755"/>
                  </a:lnTo>
                  <a:cubicBezTo>
                    <a:pt x="2899158" y="1607755"/>
                    <a:pt x="2928608" y="1578305"/>
                    <a:pt x="2928608" y="1541977"/>
                  </a:cubicBezTo>
                  <a:lnTo>
                    <a:pt x="2928607" y="1199936"/>
                  </a:lnTo>
                  <a:cubicBezTo>
                    <a:pt x="2928607" y="1163608"/>
                    <a:pt x="2899158" y="1134159"/>
                    <a:pt x="2862830" y="1134158"/>
                  </a:cubicBezTo>
                  <a:cubicBezTo>
                    <a:pt x="2826502" y="1134159"/>
                    <a:pt x="2797052" y="1163608"/>
                    <a:pt x="2797052" y="1199936"/>
                  </a:cubicBezTo>
                  <a:close/>
                  <a:moveTo>
                    <a:pt x="2593193" y="1147315"/>
                  </a:moveTo>
                  <a:lnTo>
                    <a:pt x="2593193" y="1594601"/>
                  </a:lnTo>
                  <a:cubicBezTo>
                    <a:pt x="2593193" y="1630929"/>
                    <a:pt x="2622643" y="1660379"/>
                    <a:pt x="2658971" y="1660379"/>
                  </a:cubicBezTo>
                  <a:lnTo>
                    <a:pt x="2658971" y="1660378"/>
                  </a:lnTo>
                  <a:cubicBezTo>
                    <a:pt x="2695299" y="1660378"/>
                    <a:pt x="2724749" y="1630928"/>
                    <a:pt x="2724749" y="1594600"/>
                  </a:cubicBezTo>
                  <a:lnTo>
                    <a:pt x="2724748" y="1147315"/>
                  </a:lnTo>
                  <a:cubicBezTo>
                    <a:pt x="2724748" y="1110987"/>
                    <a:pt x="2695299" y="1081538"/>
                    <a:pt x="2658971" y="1081537"/>
                  </a:cubicBezTo>
                  <a:cubicBezTo>
                    <a:pt x="2622643" y="1081538"/>
                    <a:pt x="2593193" y="1110987"/>
                    <a:pt x="2593193" y="1147315"/>
                  </a:cubicBezTo>
                  <a:close/>
                  <a:moveTo>
                    <a:pt x="2389334" y="1121004"/>
                  </a:moveTo>
                  <a:lnTo>
                    <a:pt x="2389334" y="1620912"/>
                  </a:lnTo>
                  <a:cubicBezTo>
                    <a:pt x="2389334" y="1657240"/>
                    <a:pt x="2418784" y="1686690"/>
                    <a:pt x="2455112" y="1686690"/>
                  </a:cubicBezTo>
                  <a:lnTo>
                    <a:pt x="2455112" y="1686689"/>
                  </a:lnTo>
                  <a:cubicBezTo>
                    <a:pt x="2491440" y="1686689"/>
                    <a:pt x="2520890" y="1657239"/>
                    <a:pt x="2520890" y="1620911"/>
                  </a:cubicBezTo>
                  <a:lnTo>
                    <a:pt x="2520889" y="1121004"/>
                  </a:lnTo>
                  <a:cubicBezTo>
                    <a:pt x="2520889" y="1084676"/>
                    <a:pt x="2491440" y="1055227"/>
                    <a:pt x="2455112" y="1055226"/>
                  </a:cubicBezTo>
                  <a:cubicBezTo>
                    <a:pt x="2418784" y="1055227"/>
                    <a:pt x="2389334" y="1084676"/>
                    <a:pt x="2389334" y="1121004"/>
                  </a:cubicBezTo>
                  <a:close/>
                  <a:moveTo>
                    <a:pt x="1314382" y="1247024"/>
                  </a:moveTo>
                  <a:cubicBezTo>
                    <a:pt x="1314381" y="1225915"/>
                    <a:pt x="1331494" y="1208803"/>
                    <a:pt x="1352603" y="1208803"/>
                  </a:cubicBezTo>
                  <a:lnTo>
                    <a:pt x="1410313" y="1208803"/>
                  </a:lnTo>
                  <a:lnTo>
                    <a:pt x="1410313" y="1146778"/>
                  </a:lnTo>
                  <a:cubicBezTo>
                    <a:pt x="1410313" y="1145599"/>
                    <a:pt x="1410393" y="1144438"/>
                    <a:pt x="1411688" y="1143457"/>
                  </a:cubicBezTo>
                  <a:lnTo>
                    <a:pt x="1408531" y="1133444"/>
                  </a:lnTo>
                  <a:cubicBezTo>
                    <a:pt x="1410371" y="1112415"/>
                    <a:pt x="1428909" y="1096860"/>
                    <a:pt x="1449938" y="1098699"/>
                  </a:cubicBezTo>
                  <a:lnTo>
                    <a:pt x="2236821" y="1167543"/>
                  </a:lnTo>
                  <a:cubicBezTo>
                    <a:pt x="2257849" y="1169383"/>
                    <a:pt x="2273405" y="1187920"/>
                    <a:pt x="2271565" y="1208950"/>
                  </a:cubicBezTo>
                  <a:cubicBezTo>
                    <a:pt x="2269725" y="1229978"/>
                    <a:pt x="2251187" y="1245533"/>
                    <a:pt x="2230159" y="1243693"/>
                  </a:cubicBezTo>
                  <a:cubicBezTo>
                    <a:pt x="1973864" y="1221271"/>
                    <a:pt x="1717570" y="1198849"/>
                    <a:pt x="1461275" y="1176426"/>
                  </a:cubicBezTo>
                  <a:lnTo>
                    <a:pt x="1461274" y="1208803"/>
                  </a:lnTo>
                  <a:lnTo>
                    <a:pt x="1518985" y="1208803"/>
                  </a:lnTo>
                  <a:cubicBezTo>
                    <a:pt x="1540095" y="1208802"/>
                    <a:pt x="1557205" y="1225915"/>
                    <a:pt x="1557206" y="1247025"/>
                  </a:cubicBezTo>
                  <a:lnTo>
                    <a:pt x="1557207" y="1247023"/>
                  </a:lnTo>
                  <a:cubicBezTo>
                    <a:pt x="1557207" y="1268132"/>
                    <a:pt x="1540095" y="1285244"/>
                    <a:pt x="1518986" y="1285244"/>
                  </a:cubicBezTo>
                  <a:cubicBezTo>
                    <a:pt x="1499749" y="1285244"/>
                    <a:pt x="1480511" y="1285243"/>
                    <a:pt x="1461275" y="1285244"/>
                  </a:cubicBezTo>
                  <a:lnTo>
                    <a:pt x="1461275" y="1337600"/>
                  </a:lnTo>
                  <a:lnTo>
                    <a:pt x="1518985" y="1337600"/>
                  </a:lnTo>
                  <a:cubicBezTo>
                    <a:pt x="1540095" y="1337600"/>
                    <a:pt x="1557206" y="1354713"/>
                    <a:pt x="1557206" y="1375821"/>
                  </a:cubicBezTo>
                  <a:lnTo>
                    <a:pt x="1557207" y="1375820"/>
                  </a:lnTo>
                  <a:cubicBezTo>
                    <a:pt x="1557206" y="1396928"/>
                    <a:pt x="1540095" y="1414041"/>
                    <a:pt x="1518986" y="1414041"/>
                  </a:cubicBezTo>
                  <a:cubicBezTo>
                    <a:pt x="1499750" y="1414041"/>
                    <a:pt x="1480511" y="1414041"/>
                    <a:pt x="1461275" y="1414042"/>
                  </a:cubicBezTo>
                  <a:lnTo>
                    <a:pt x="1461275" y="1466398"/>
                  </a:lnTo>
                  <a:lnTo>
                    <a:pt x="1518985" y="1466398"/>
                  </a:lnTo>
                  <a:cubicBezTo>
                    <a:pt x="1540095" y="1466398"/>
                    <a:pt x="1557206" y="1483509"/>
                    <a:pt x="1557206" y="1504618"/>
                  </a:cubicBezTo>
                  <a:lnTo>
                    <a:pt x="1557207" y="1504619"/>
                  </a:lnTo>
                  <a:cubicBezTo>
                    <a:pt x="1557207" y="1525727"/>
                    <a:pt x="1540094" y="1542838"/>
                    <a:pt x="1518986" y="1542839"/>
                  </a:cubicBezTo>
                  <a:cubicBezTo>
                    <a:pt x="1499749" y="1542839"/>
                    <a:pt x="1480511" y="1542838"/>
                    <a:pt x="1461275" y="1542839"/>
                  </a:cubicBezTo>
                  <a:lnTo>
                    <a:pt x="1461274" y="1575412"/>
                  </a:lnTo>
                  <a:lnTo>
                    <a:pt x="2226550" y="1494978"/>
                  </a:lnTo>
                  <a:cubicBezTo>
                    <a:pt x="2247542" y="1492772"/>
                    <a:pt x="2266350" y="1508001"/>
                    <a:pt x="2268556" y="1528995"/>
                  </a:cubicBezTo>
                  <a:cubicBezTo>
                    <a:pt x="2270763" y="1549988"/>
                    <a:pt x="2255534" y="1568794"/>
                    <a:pt x="2234542" y="1571000"/>
                  </a:cubicBezTo>
                  <a:cubicBezTo>
                    <a:pt x="1972686" y="1598522"/>
                    <a:pt x="1710833" y="1626046"/>
                    <a:pt x="1448978" y="1653567"/>
                  </a:cubicBezTo>
                  <a:cubicBezTo>
                    <a:pt x="1427984" y="1655774"/>
                    <a:pt x="1409178" y="1640544"/>
                    <a:pt x="1406971" y="1619551"/>
                  </a:cubicBezTo>
                  <a:cubicBezTo>
                    <a:pt x="1406474" y="1614827"/>
                    <a:pt x="1406862" y="1610214"/>
                    <a:pt x="1410805" y="1606610"/>
                  </a:cubicBezTo>
                  <a:lnTo>
                    <a:pt x="1410312" y="1605422"/>
                  </a:lnTo>
                  <a:lnTo>
                    <a:pt x="1410312" y="1542839"/>
                  </a:lnTo>
                  <a:lnTo>
                    <a:pt x="1352603" y="1542841"/>
                  </a:lnTo>
                  <a:cubicBezTo>
                    <a:pt x="1331494" y="1542841"/>
                    <a:pt x="1314382" y="1525729"/>
                    <a:pt x="1314382" y="1504619"/>
                  </a:cubicBezTo>
                  <a:cubicBezTo>
                    <a:pt x="1314382" y="1483510"/>
                    <a:pt x="1331493" y="1466397"/>
                    <a:pt x="1352603" y="1466398"/>
                  </a:cubicBezTo>
                  <a:lnTo>
                    <a:pt x="1410312" y="1466398"/>
                  </a:lnTo>
                  <a:lnTo>
                    <a:pt x="1410313" y="1414042"/>
                  </a:lnTo>
                  <a:lnTo>
                    <a:pt x="1352603" y="1414042"/>
                  </a:lnTo>
                  <a:cubicBezTo>
                    <a:pt x="1331494" y="1414041"/>
                    <a:pt x="1314383" y="1396930"/>
                    <a:pt x="1314382" y="1375820"/>
                  </a:cubicBezTo>
                  <a:cubicBezTo>
                    <a:pt x="1314383" y="1354713"/>
                    <a:pt x="1331494" y="1337600"/>
                    <a:pt x="1352603" y="1337601"/>
                  </a:cubicBezTo>
                  <a:lnTo>
                    <a:pt x="1410312" y="1337600"/>
                  </a:lnTo>
                  <a:lnTo>
                    <a:pt x="1410312" y="1285244"/>
                  </a:lnTo>
                  <a:lnTo>
                    <a:pt x="1352603" y="1285244"/>
                  </a:lnTo>
                  <a:cubicBezTo>
                    <a:pt x="1331494" y="1285244"/>
                    <a:pt x="1314381" y="1268133"/>
                    <a:pt x="1314382" y="1247024"/>
                  </a:cubicBezTo>
                  <a:close/>
                  <a:moveTo>
                    <a:pt x="1171967" y="72000"/>
                  </a:moveTo>
                  <a:lnTo>
                    <a:pt x="1171967" y="288000"/>
                  </a:lnTo>
                  <a:cubicBezTo>
                    <a:pt x="1171967" y="327765"/>
                    <a:pt x="1204202" y="360000"/>
                    <a:pt x="1243967" y="360000"/>
                  </a:cubicBezTo>
                  <a:cubicBezTo>
                    <a:pt x="1283732" y="360000"/>
                    <a:pt x="1315967" y="327765"/>
                    <a:pt x="1315967" y="288000"/>
                  </a:cubicBezTo>
                  <a:lnTo>
                    <a:pt x="1315967" y="72000"/>
                  </a:lnTo>
                  <a:cubicBezTo>
                    <a:pt x="1315967" y="32235"/>
                    <a:pt x="1283732" y="0"/>
                    <a:pt x="1243967" y="0"/>
                  </a:cubicBezTo>
                  <a:cubicBezTo>
                    <a:pt x="1204202" y="0"/>
                    <a:pt x="1171967" y="32235"/>
                    <a:pt x="1171967" y="72000"/>
                  </a:cubicBezTo>
                  <a:close/>
                  <a:moveTo>
                    <a:pt x="1171966" y="2470049"/>
                  </a:moveTo>
                  <a:lnTo>
                    <a:pt x="1171966" y="2686049"/>
                  </a:lnTo>
                  <a:cubicBezTo>
                    <a:pt x="1171966" y="2725814"/>
                    <a:pt x="1204201" y="2758049"/>
                    <a:pt x="1243966" y="2758049"/>
                  </a:cubicBezTo>
                  <a:cubicBezTo>
                    <a:pt x="1283731" y="2758049"/>
                    <a:pt x="1315966" y="2725814"/>
                    <a:pt x="1315966" y="2686049"/>
                  </a:cubicBezTo>
                  <a:lnTo>
                    <a:pt x="1315966" y="2470049"/>
                  </a:lnTo>
                  <a:cubicBezTo>
                    <a:pt x="1315966" y="2430284"/>
                    <a:pt x="1283731" y="2398049"/>
                    <a:pt x="1243966" y="2398049"/>
                  </a:cubicBezTo>
                  <a:cubicBezTo>
                    <a:pt x="1204201" y="2398049"/>
                    <a:pt x="1171966" y="2430284"/>
                    <a:pt x="1171966" y="2470049"/>
                  </a:cubicBezTo>
                  <a:close/>
                  <a:moveTo>
                    <a:pt x="515345" y="1370958"/>
                  </a:moveTo>
                  <a:cubicBezTo>
                    <a:pt x="515344" y="1558300"/>
                    <a:pt x="586814" y="1745642"/>
                    <a:pt x="729750" y="1888579"/>
                  </a:cubicBezTo>
                  <a:cubicBezTo>
                    <a:pt x="1015625" y="2174454"/>
                    <a:pt x="1479119" y="2174454"/>
                    <a:pt x="1764994" y="1888580"/>
                  </a:cubicBezTo>
                  <a:lnTo>
                    <a:pt x="1940572" y="1713001"/>
                  </a:lnTo>
                  <a:lnTo>
                    <a:pt x="2136413" y="1713002"/>
                  </a:lnTo>
                  <a:cubicBezTo>
                    <a:pt x="2215124" y="1713001"/>
                    <a:pt x="2278929" y="1649195"/>
                    <a:pt x="2278929" y="1570486"/>
                  </a:cubicBezTo>
                  <a:lnTo>
                    <a:pt x="2278929" y="1374645"/>
                  </a:lnTo>
                  <a:lnTo>
                    <a:pt x="2282614" y="1370959"/>
                  </a:lnTo>
                  <a:lnTo>
                    <a:pt x="2278929" y="1367272"/>
                  </a:lnTo>
                  <a:lnTo>
                    <a:pt x="2278929" y="1171432"/>
                  </a:lnTo>
                  <a:cubicBezTo>
                    <a:pt x="2278929" y="1092722"/>
                    <a:pt x="2215123" y="1028916"/>
                    <a:pt x="2136413" y="1028916"/>
                  </a:cubicBezTo>
                  <a:lnTo>
                    <a:pt x="1940571" y="1028916"/>
                  </a:lnTo>
                  <a:cubicBezTo>
                    <a:pt x="1882045" y="970390"/>
                    <a:pt x="1823519" y="911862"/>
                    <a:pt x="1764993" y="853336"/>
                  </a:cubicBezTo>
                  <a:cubicBezTo>
                    <a:pt x="1479118" y="567461"/>
                    <a:pt x="1015625" y="567462"/>
                    <a:pt x="729750" y="853336"/>
                  </a:cubicBezTo>
                  <a:cubicBezTo>
                    <a:pt x="586813" y="996273"/>
                    <a:pt x="515344" y="1183616"/>
                    <a:pt x="515345" y="1370958"/>
                  </a:cubicBezTo>
                  <a:close/>
                  <a:moveTo>
                    <a:pt x="388776" y="2386770"/>
                  </a:moveTo>
                  <a:cubicBezTo>
                    <a:pt x="388776" y="2405196"/>
                    <a:pt x="395805" y="2423622"/>
                    <a:pt x="409865" y="2437681"/>
                  </a:cubicBezTo>
                  <a:cubicBezTo>
                    <a:pt x="437983" y="2465800"/>
                    <a:pt x="483570" y="2465800"/>
                    <a:pt x="511688" y="2437681"/>
                  </a:cubicBezTo>
                  <a:lnTo>
                    <a:pt x="664423" y="2284946"/>
                  </a:lnTo>
                  <a:cubicBezTo>
                    <a:pt x="692541" y="2256828"/>
                    <a:pt x="692541" y="2211241"/>
                    <a:pt x="664423" y="2183123"/>
                  </a:cubicBezTo>
                  <a:cubicBezTo>
                    <a:pt x="636305" y="2155005"/>
                    <a:pt x="590718" y="2155005"/>
                    <a:pt x="562599" y="2183123"/>
                  </a:cubicBezTo>
                  <a:lnTo>
                    <a:pt x="409865" y="2335858"/>
                  </a:lnTo>
                  <a:cubicBezTo>
                    <a:pt x="395805" y="2349917"/>
                    <a:pt x="388776" y="2368343"/>
                    <a:pt x="388776" y="2386770"/>
                  </a:cubicBezTo>
                  <a:close/>
                  <a:moveTo>
                    <a:pt x="388776" y="365689"/>
                  </a:moveTo>
                  <a:cubicBezTo>
                    <a:pt x="388776" y="384115"/>
                    <a:pt x="395805" y="402541"/>
                    <a:pt x="409865" y="416600"/>
                  </a:cubicBezTo>
                  <a:lnTo>
                    <a:pt x="562599" y="569335"/>
                  </a:lnTo>
                  <a:cubicBezTo>
                    <a:pt x="590718" y="597454"/>
                    <a:pt x="636305" y="597454"/>
                    <a:pt x="664423" y="569335"/>
                  </a:cubicBezTo>
                  <a:cubicBezTo>
                    <a:pt x="692541" y="541217"/>
                    <a:pt x="692541" y="495630"/>
                    <a:pt x="664423" y="467512"/>
                  </a:cubicBezTo>
                  <a:lnTo>
                    <a:pt x="511688" y="314777"/>
                  </a:lnTo>
                  <a:cubicBezTo>
                    <a:pt x="483570" y="286659"/>
                    <a:pt x="437983" y="286659"/>
                    <a:pt x="409865" y="314777"/>
                  </a:cubicBezTo>
                  <a:cubicBezTo>
                    <a:pt x="395805" y="328836"/>
                    <a:pt x="388776" y="347262"/>
                    <a:pt x="388776" y="365689"/>
                  </a:cubicBezTo>
                  <a:close/>
                  <a:moveTo>
                    <a:pt x="0" y="1379024"/>
                  </a:moveTo>
                  <a:cubicBezTo>
                    <a:pt x="0" y="1418789"/>
                    <a:pt x="32235" y="1451024"/>
                    <a:pt x="72000" y="1451024"/>
                  </a:cubicBezTo>
                  <a:lnTo>
                    <a:pt x="288000" y="1451024"/>
                  </a:lnTo>
                  <a:cubicBezTo>
                    <a:pt x="327765" y="1451024"/>
                    <a:pt x="360000" y="1418789"/>
                    <a:pt x="360000" y="1379024"/>
                  </a:cubicBezTo>
                  <a:cubicBezTo>
                    <a:pt x="360000" y="1339259"/>
                    <a:pt x="327765" y="1307024"/>
                    <a:pt x="288000" y="1307024"/>
                  </a:cubicBezTo>
                  <a:lnTo>
                    <a:pt x="72000" y="1307024"/>
                  </a:lnTo>
                  <a:cubicBezTo>
                    <a:pt x="32235" y="1307024"/>
                    <a:pt x="0" y="1339259"/>
                    <a:pt x="0" y="137902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solidFill>
                  <a:schemeClr val="tx1"/>
                </a:solidFill>
              </a:endParaRPr>
            </a:p>
          </p:txBody>
        </p:sp>
      </p:grpSp>
      <p:grpSp>
        <p:nvGrpSpPr>
          <p:cNvPr id="31" name="Group 30">
            <a:extLst>
              <a:ext uri="{FF2B5EF4-FFF2-40B4-BE49-F238E27FC236}">
                <a16:creationId xmlns:a16="http://schemas.microsoft.com/office/drawing/2014/main" id="{C2FB9967-9854-4B67-AE17-EAB5F4D50E80}"/>
              </a:ext>
            </a:extLst>
          </p:cNvPr>
          <p:cNvGrpSpPr/>
          <p:nvPr/>
        </p:nvGrpSpPr>
        <p:grpSpPr>
          <a:xfrm>
            <a:off x="0" y="-10811"/>
            <a:ext cx="762976" cy="2449850"/>
            <a:chOff x="1591607" y="-20084"/>
            <a:chExt cx="762976" cy="2449850"/>
          </a:xfrm>
          <a:solidFill>
            <a:srgbClr val="25BDC7"/>
          </a:solidFill>
        </p:grpSpPr>
        <p:sp>
          <p:nvSpPr>
            <p:cNvPr id="7" name="Rectangle 6">
              <a:extLst>
                <a:ext uri="{FF2B5EF4-FFF2-40B4-BE49-F238E27FC236}">
                  <a16:creationId xmlns:a16="http://schemas.microsoft.com/office/drawing/2014/main" id="{F3A6090F-3640-4E4B-B1B0-C3130EAE9E97}"/>
                </a:ext>
              </a:extLst>
            </p:cNvPr>
            <p:cNvSpPr/>
            <p:nvPr/>
          </p:nvSpPr>
          <p:spPr>
            <a:xfrm>
              <a:off x="1936171" y="-20084"/>
              <a:ext cx="72000" cy="118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solidFill>
              </a:endParaRPr>
            </a:p>
          </p:txBody>
        </p:sp>
        <p:sp>
          <p:nvSpPr>
            <p:cNvPr id="27" name="Freeform: Shape 26">
              <a:extLst>
                <a:ext uri="{FF2B5EF4-FFF2-40B4-BE49-F238E27FC236}">
                  <a16:creationId xmlns:a16="http://schemas.microsoft.com/office/drawing/2014/main" id="{52B038E1-2D01-43D9-A6E4-FAABA6040D4C}"/>
                </a:ext>
              </a:extLst>
            </p:cNvPr>
            <p:cNvSpPr/>
            <p:nvPr/>
          </p:nvSpPr>
          <p:spPr>
            <a:xfrm rot="5400000" flipH="1">
              <a:off x="1344272" y="1419455"/>
              <a:ext cx="1257646" cy="762976"/>
            </a:xfrm>
            <a:custGeom>
              <a:avLst/>
              <a:gdLst>
                <a:gd name="connsiteX0" fmla="*/ 782320 w 1075004"/>
                <a:gd name="connsiteY0" fmla="*/ 253919 h 652173"/>
                <a:gd name="connsiteX1" fmla="*/ 763875 w 1075004"/>
                <a:gd name="connsiteY1" fmla="*/ 269396 h 652173"/>
                <a:gd name="connsiteX2" fmla="*/ 421371 w 1075004"/>
                <a:gd name="connsiteY2" fmla="*/ 239431 h 652173"/>
                <a:gd name="connsiteX3" fmla="*/ 421370 w 1075004"/>
                <a:gd name="connsiteY3" fmla="*/ 253854 h 652173"/>
                <a:gd name="connsiteX4" fmla="*/ 447078 w 1075004"/>
                <a:gd name="connsiteY4" fmla="*/ 253854 h 652173"/>
                <a:gd name="connsiteX5" fmla="*/ 464104 w 1075004"/>
                <a:gd name="connsiteY5" fmla="*/ 270880 h 652173"/>
                <a:gd name="connsiteX6" fmla="*/ 464104 w 1075004"/>
                <a:gd name="connsiteY6" fmla="*/ 270879 h 652173"/>
                <a:gd name="connsiteX7" fmla="*/ 447078 w 1075004"/>
                <a:gd name="connsiteY7" fmla="*/ 287905 h 652173"/>
                <a:gd name="connsiteX8" fmla="*/ 421371 w 1075004"/>
                <a:gd name="connsiteY8" fmla="*/ 287905 h 652173"/>
                <a:gd name="connsiteX9" fmla="*/ 421371 w 1075004"/>
                <a:gd name="connsiteY9" fmla="*/ 311227 h 652173"/>
                <a:gd name="connsiteX10" fmla="*/ 447078 w 1075004"/>
                <a:gd name="connsiteY10" fmla="*/ 311227 h 652173"/>
                <a:gd name="connsiteX11" fmla="*/ 464104 w 1075004"/>
                <a:gd name="connsiteY11" fmla="*/ 328253 h 652173"/>
                <a:gd name="connsiteX12" fmla="*/ 464104 w 1075004"/>
                <a:gd name="connsiteY12" fmla="*/ 328253 h 652173"/>
                <a:gd name="connsiteX13" fmla="*/ 447078 w 1075004"/>
                <a:gd name="connsiteY13" fmla="*/ 345278 h 652173"/>
                <a:gd name="connsiteX14" fmla="*/ 421371 w 1075004"/>
                <a:gd name="connsiteY14" fmla="*/ 345279 h 652173"/>
                <a:gd name="connsiteX15" fmla="*/ 421371 w 1075004"/>
                <a:gd name="connsiteY15" fmla="*/ 368601 h 652173"/>
                <a:gd name="connsiteX16" fmla="*/ 447078 w 1075004"/>
                <a:gd name="connsiteY16" fmla="*/ 368601 h 652173"/>
                <a:gd name="connsiteX17" fmla="*/ 464104 w 1075004"/>
                <a:gd name="connsiteY17" fmla="*/ 385627 h 652173"/>
                <a:gd name="connsiteX18" fmla="*/ 464104 w 1075004"/>
                <a:gd name="connsiteY18" fmla="*/ 385627 h 652173"/>
                <a:gd name="connsiteX19" fmla="*/ 447079 w 1075004"/>
                <a:gd name="connsiteY19" fmla="*/ 402652 h 652173"/>
                <a:gd name="connsiteX20" fmla="*/ 421371 w 1075004"/>
                <a:gd name="connsiteY20" fmla="*/ 402652 h 652173"/>
                <a:gd name="connsiteX21" fmla="*/ 421370 w 1075004"/>
                <a:gd name="connsiteY21" fmla="*/ 417162 h 652173"/>
                <a:gd name="connsiteX22" fmla="*/ 762267 w 1075004"/>
                <a:gd name="connsiteY22" fmla="*/ 381332 h 652173"/>
                <a:gd name="connsiteX23" fmla="*/ 780979 w 1075004"/>
                <a:gd name="connsiteY23" fmla="*/ 396485 h 652173"/>
                <a:gd name="connsiteX24" fmla="*/ 765828 w 1075004"/>
                <a:gd name="connsiteY24" fmla="*/ 415197 h 652173"/>
                <a:gd name="connsiteX25" fmla="*/ 415893 w 1075004"/>
                <a:gd name="connsiteY25" fmla="*/ 451977 h 652173"/>
                <a:gd name="connsiteX26" fmla="*/ 397181 w 1075004"/>
                <a:gd name="connsiteY26" fmla="*/ 436824 h 652173"/>
                <a:gd name="connsiteX27" fmla="*/ 398889 w 1075004"/>
                <a:gd name="connsiteY27" fmla="*/ 431060 h 652173"/>
                <a:gd name="connsiteX28" fmla="*/ 398669 w 1075004"/>
                <a:gd name="connsiteY28" fmla="*/ 430530 h 652173"/>
                <a:gd name="connsiteX29" fmla="*/ 398669 w 1075004"/>
                <a:gd name="connsiteY29" fmla="*/ 402652 h 652173"/>
                <a:gd name="connsiteX30" fmla="*/ 372962 w 1075004"/>
                <a:gd name="connsiteY30" fmla="*/ 402653 h 652173"/>
                <a:gd name="connsiteX31" fmla="*/ 355936 w 1075004"/>
                <a:gd name="connsiteY31" fmla="*/ 385627 h 652173"/>
                <a:gd name="connsiteX32" fmla="*/ 372962 w 1075004"/>
                <a:gd name="connsiteY32" fmla="*/ 368601 h 652173"/>
                <a:gd name="connsiteX33" fmla="*/ 398669 w 1075004"/>
                <a:gd name="connsiteY33" fmla="*/ 368601 h 652173"/>
                <a:gd name="connsiteX34" fmla="*/ 398669 w 1075004"/>
                <a:gd name="connsiteY34" fmla="*/ 345279 h 652173"/>
                <a:gd name="connsiteX35" fmla="*/ 372962 w 1075004"/>
                <a:gd name="connsiteY35" fmla="*/ 345279 h 652173"/>
                <a:gd name="connsiteX36" fmla="*/ 355936 w 1075004"/>
                <a:gd name="connsiteY36" fmla="*/ 328253 h 652173"/>
                <a:gd name="connsiteX37" fmla="*/ 372962 w 1075004"/>
                <a:gd name="connsiteY37" fmla="*/ 311228 h 652173"/>
                <a:gd name="connsiteX38" fmla="*/ 398669 w 1075004"/>
                <a:gd name="connsiteY38" fmla="*/ 311227 h 652173"/>
                <a:gd name="connsiteX39" fmla="*/ 398669 w 1075004"/>
                <a:gd name="connsiteY39" fmla="*/ 287905 h 652173"/>
                <a:gd name="connsiteX40" fmla="*/ 372962 w 1075004"/>
                <a:gd name="connsiteY40" fmla="*/ 287905 h 652173"/>
                <a:gd name="connsiteX41" fmla="*/ 355936 w 1075004"/>
                <a:gd name="connsiteY41" fmla="*/ 270880 h 652173"/>
                <a:gd name="connsiteX42" fmla="*/ 372962 w 1075004"/>
                <a:gd name="connsiteY42" fmla="*/ 253854 h 652173"/>
                <a:gd name="connsiteX43" fmla="*/ 398669 w 1075004"/>
                <a:gd name="connsiteY43" fmla="*/ 253854 h 652173"/>
                <a:gd name="connsiteX44" fmla="*/ 398669 w 1075004"/>
                <a:gd name="connsiteY44" fmla="*/ 226224 h 652173"/>
                <a:gd name="connsiteX45" fmla="*/ 399282 w 1075004"/>
                <a:gd name="connsiteY45" fmla="*/ 224745 h 652173"/>
                <a:gd name="connsiteX46" fmla="*/ 397875 w 1075004"/>
                <a:gd name="connsiteY46" fmla="*/ 220285 h 652173"/>
                <a:gd name="connsiteX47" fmla="*/ 416320 w 1075004"/>
                <a:gd name="connsiteY47" fmla="*/ 204807 h 652173"/>
                <a:gd name="connsiteX48" fmla="*/ 766843 w 1075004"/>
                <a:gd name="connsiteY48" fmla="*/ 235474 h 652173"/>
                <a:gd name="connsiteX49" fmla="*/ 782320 w 1075004"/>
                <a:gd name="connsiteY49" fmla="*/ 253919 h 652173"/>
                <a:gd name="connsiteX50" fmla="*/ 787242 w 1075004"/>
                <a:gd name="connsiteY50" fmla="*/ 326087 h 652173"/>
                <a:gd name="connsiteX51" fmla="*/ 785600 w 1075004"/>
                <a:gd name="connsiteY51" fmla="*/ 324445 h 652173"/>
                <a:gd name="connsiteX52" fmla="*/ 785600 w 1075004"/>
                <a:gd name="connsiteY52" fmla="*/ 237207 h 652173"/>
                <a:gd name="connsiteX53" fmla="*/ 722115 w 1075004"/>
                <a:gd name="connsiteY53" fmla="*/ 173722 h 652173"/>
                <a:gd name="connsiteX54" fmla="*/ 634876 w 1075004"/>
                <a:gd name="connsiteY54" fmla="*/ 173722 h 652173"/>
                <a:gd name="connsiteX55" fmla="*/ 556664 w 1075004"/>
                <a:gd name="connsiteY55" fmla="*/ 95509 h 652173"/>
                <a:gd name="connsiteX56" fmla="*/ 95508 w 1075004"/>
                <a:gd name="connsiteY56" fmla="*/ 95509 h 652173"/>
                <a:gd name="connsiteX57" fmla="*/ 0 w 1075004"/>
                <a:gd name="connsiteY57" fmla="*/ 326087 h 652173"/>
                <a:gd name="connsiteX58" fmla="*/ 95508 w 1075004"/>
                <a:gd name="connsiteY58" fmla="*/ 556665 h 652173"/>
                <a:gd name="connsiteX59" fmla="*/ 556664 w 1075004"/>
                <a:gd name="connsiteY59" fmla="*/ 556665 h 652173"/>
                <a:gd name="connsiteX60" fmla="*/ 634877 w 1075004"/>
                <a:gd name="connsiteY60" fmla="*/ 478452 h 652173"/>
                <a:gd name="connsiteX61" fmla="*/ 722116 w 1075004"/>
                <a:gd name="connsiteY61" fmla="*/ 478453 h 652173"/>
                <a:gd name="connsiteX62" fmla="*/ 785600 w 1075004"/>
                <a:gd name="connsiteY62" fmla="*/ 414968 h 652173"/>
                <a:gd name="connsiteX63" fmla="*/ 785600 w 1075004"/>
                <a:gd name="connsiteY63" fmla="*/ 327729 h 652173"/>
                <a:gd name="connsiteX64" fmla="*/ 893383 w 1075004"/>
                <a:gd name="connsiteY64" fmla="*/ 437430 h 652173"/>
                <a:gd name="connsiteX65" fmla="*/ 893383 w 1075004"/>
                <a:gd name="connsiteY65" fmla="*/ 214743 h 652173"/>
                <a:gd name="connsiteX66" fmla="*/ 864082 w 1075004"/>
                <a:gd name="connsiteY66" fmla="*/ 185442 h 652173"/>
                <a:gd name="connsiteX67" fmla="*/ 834781 w 1075004"/>
                <a:gd name="connsiteY67" fmla="*/ 214743 h 652173"/>
                <a:gd name="connsiteX68" fmla="*/ 834781 w 1075004"/>
                <a:gd name="connsiteY68" fmla="*/ 437431 h 652173"/>
                <a:gd name="connsiteX69" fmla="*/ 864082 w 1075004"/>
                <a:gd name="connsiteY69" fmla="*/ 466732 h 652173"/>
                <a:gd name="connsiteX70" fmla="*/ 864082 w 1075004"/>
                <a:gd name="connsiteY70" fmla="*/ 466731 h 652173"/>
                <a:gd name="connsiteX71" fmla="*/ 893383 w 1075004"/>
                <a:gd name="connsiteY71" fmla="*/ 437430 h 652173"/>
                <a:gd name="connsiteX72" fmla="*/ 984194 w 1075004"/>
                <a:gd name="connsiteY72" fmla="*/ 425710 h 652173"/>
                <a:gd name="connsiteX73" fmla="*/ 984193 w 1075004"/>
                <a:gd name="connsiteY73" fmla="*/ 226463 h 652173"/>
                <a:gd name="connsiteX74" fmla="*/ 954892 w 1075004"/>
                <a:gd name="connsiteY74" fmla="*/ 197162 h 652173"/>
                <a:gd name="connsiteX75" fmla="*/ 925591 w 1075004"/>
                <a:gd name="connsiteY75" fmla="*/ 226463 h 652173"/>
                <a:gd name="connsiteX76" fmla="*/ 925591 w 1075004"/>
                <a:gd name="connsiteY76" fmla="*/ 425710 h 652173"/>
                <a:gd name="connsiteX77" fmla="*/ 954892 w 1075004"/>
                <a:gd name="connsiteY77" fmla="*/ 455011 h 652173"/>
                <a:gd name="connsiteX78" fmla="*/ 954892 w 1075004"/>
                <a:gd name="connsiteY78" fmla="*/ 455011 h 652173"/>
                <a:gd name="connsiteX79" fmla="*/ 984194 w 1075004"/>
                <a:gd name="connsiteY79" fmla="*/ 425710 h 652173"/>
                <a:gd name="connsiteX80" fmla="*/ 1075004 w 1075004"/>
                <a:gd name="connsiteY80" fmla="*/ 402268 h 652173"/>
                <a:gd name="connsiteX81" fmla="*/ 1075003 w 1075004"/>
                <a:gd name="connsiteY81" fmla="*/ 249904 h 652173"/>
                <a:gd name="connsiteX82" fmla="*/ 1045703 w 1075004"/>
                <a:gd name="connsiteY82" fmla="*/ 220603 h 652173"/>
                <a:gd name="connsiteX83" fmla="*/ 1016401 w 1075004"/>
                <a:gd name="connsiteY83" fmla="*/ 249904 h 652173"/>
                <a:gd name="connsiteX84" fmla="*/ 1016402 w 1075004"/>
                <a:gd name="connsiteY84" fmla="*/ 402269 h 652173"/>
                <a:gd name="connsiteX85" fmla="*/ 1045703 w 1075004"/>
                <a:gd name="connsiteY85" fmla="*/ 431570 h 652173"/>
                <a:gd name="connsiteX86" fmla="*/ 1045703 w 1075004"/>
                <a:gd name="connsiteY86" fmla="*/ 431570 h 652173"/>
                <a:gd name="connsiteX87" fmla="*/ 1075004 w 1075004"/>
                <a:gd name="connsiteY87" fmla="*/ 402268 h 652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1075004" h="652173">
                  <a:moveTo>
                    <a:pt x="782320" y="253919"/>
                  </a:moveTo>
                  <a:cubicBezTo>
                    <a:pt x="781500" y="263286"/>
                    <a:pt x="773242" y="270215"/>
                    <a:pt x="763875" y="269396"/>
                  </a:cubicBezTo>
                  <a:cubicBezTo>
                    <a:pt x="649707" y="259408"/>
                    <a:pt x="535539" y="249420"/>
                    <a:pt x="421371" y="239431"/>
                  </a:cubicBezTo>
                  <a:lnTo>
                    <a:pt x="421370" y="253854"/>
                  </a:lnTo>
                  <a:lnTo>
                    <a:pt x="447078" y="253854"/>
                  </a:lnTo>
                  <a:cubicBezTo>
                    <a:pt x="456482" y="253853"/>
                    <a:pt x="464103" y="261476"/>
                    <a:pt x="464104" y="270880"/>
                  </a:cubicBezTo>
                  <a:lnTo>
                    <a:pt x="464104" y="270879"/>
                  </a:lnTo>
                  <a:cubicBezTo>
                    <a:pt x="464104" y="280282"/>
                    <a:pt x="456482" y="287905"/>
                    <a:pt x="447078" y="287905"/>
                  </a:cubicBezTo>
                  <a:cubicBezTo>
                    <a:pt x="438509" y="287905"/>
                    <a:pt x="429939" y="287904"/>
                    <a:pt x="421371" y="287905"/>
                  </a:cubicBezTo>
                  <a:lnTo>
                    <a:pt x="421371" y="311227"/>
                  </a:lnTo>
                  <a:lnTo>
                    <a:pt x="447078" y="311227"/>
                  </a:lnTo>
                  <a:cubicBezTo>
                    <a:pt x="456482" y="311227"/>
                    <a:pt x="464104" y="318850"/>
                    <a:pt x="464104" y="328253"/>
                  </a:cubicBezTo>
                  <a:lnTo>
                    <a:pt x="464104" y="328253"/>
                  </a:lnTo>
                  <a:cubicBezTo>
                    <a:pt x="464104" y="337655"/>
                    <a:pt x="456482" y="345278"/>
                    <a:pt x="447078" y="345278"/>
                  </a:cubicBezTo>
                  <a:cubicBezTo>
                    <a:pt x="438510" y="345278"/>
                    <a:pt x="429939" y="345278"/>
                    <a:pt x="421371" y="345279"/>
                  </a:cubicBezTo>
                  <a:lnTo>
                    <a:pt x="421371" y="368601"/>
                  </a:lnTo>
                  <a:lnTo>
                    <a:pt x="447078" y="368601"/>
                  </a:lnTo>
                  <a:cubicBezTo>
                    <a:pt x="456482" y="368601"/>
                    <a:pt x="464104" y="376223"/>
                    <a:pt x="464104" y="385627"/>
                  </a:cubicBezTo>
                  <a:lnTo>
                    <a:pt x="464104" y="385627"/>
                  </a:lnTo>
                  <a:cubicBezTo>
                    <a:pt x="464104" y="395030"/>
                    <a:pt x="456481" y="402652"/>
                    <a:pt x="447079" y="402652"/>
                  </a:cubicBezTo>
                  <a:cubicBezTo>
                    <a:pt x="438509" y="402652"/>
                    <a:pt x="429940" y="402652"/>
                    <a:pt x="421371" y="402652"/>
                  </a:cubicBezTo>
                  <a:lnTo>
                    <a:pt x="421370" y="417162"/>
                  </a:lnTo>
                  <a:lnTo>
                    <a:pt x="762267" y="381332"/>
                  </a:lnTo>
                  <a:cubicBezTo>
                    <a:pt x="771619" y="380350"/>
                    <a:pt x="779997" y="387134"/>
                    <a:pt x="780979" y="396485"/>
                  </a:cubicBezTo>
                  <a:cubicBezTo>
                    <a:pt x="781963" y="405837"/>
                    <a:pt x="775179" y="414214"/>
                    <a:pt x="765828" y="415197"/>
                  </a:cubicBezTo>
                  <a:cubicBezTo>
                    <a:pt x="649182" y="427457"/>
                    <a:pt x="532538" y="439718"/>
                    <a:pt x="415893" y="451977"/>
                  </a:cubicBezTo>
                  <a:cubicBezTo>
                    <a:pt x="406541" y="452960"/>
                    <a:pt x="398164" y="446176"/>
                    <a:pt x="397181" y="436824"/>
                  </a:cubicBezTo>
                  <a:cubicBezTo>
                    <a:pt x="396959" y="434720"/>
                    <a:pt x="397132" y="432665"/>
                    <a:pt x="398889" y="431060"/>
                  </a:cubicBezTo>
                  <a:lnTo>
                    <a:pt x="398669" y="430530"/>
                  </a:lnTo>
                  <a:lnTo>
                    <a:pt x="398669" y="402652"/>
                  </a:lnTo>
                  <a:lnTo>
                    <a:pt x="372962" y="402653"/>
                  </a:lnTo>
                  <a:cubicBezTo>
                    <a:pt x="363559" y="402653"/>
                    <a:pt x="355936" y="395031"/>
                    <a:pt x="355936" y="385627"/>
                  </a:cubicBezTo>
                  <a:cubicBezTo>
                    <a:pt x="355936" y="376224"/>
                    <a:pt x="363558" y="368601"/>
                    <a:pt x="372962" y="368601"/>
                  </a:cubicBezTo>
                  <a:lnTo>
                    <a:pt x="398669" y="368601"/>
                  </a:lnTo>
                  <a:lnTo>
                    <a:pt x="398669" y="345279"/>
                  </a:lnTo>
                  <a:lnTo>
                    <a:pt x="372962" y="345279"/>
                  </a:lnTo>
                  <a:cubicBezTo>
                    <a:pt x="363559" y="345278"/>
                    <a:pt x="355937" y="337656"/>
                    <a:pt x="355936" y="328253"/>
                  </a:cubicBezTo>
                  <a:cubicBezTo>
                    <a:pt x="355937" y="318850"/>
                    <a:pt x="363559" y="311227"/>
                    <a:pt x="372962" y="311228"/>
                  </a:cubicBezTo>
                  <a:lnTo>
                    <a:pt x="398669" y="311227"/>
                  </a:lnTo>
                  <a:lnTo>
                    <a:pt x="398669" y="287905"/>
                  </a:lnTo>
                  <a:lnTo>
                    <a:pt x="372962" y="287905"/>
                  </a:lnTo>
                  <a:cubicBezTo>
                    <a:pt x="363559" y="287905"/>
                    <a:pt x="355936" y="280283"/>
                    <a:pt x="355936" y="270880"/>
                  </a:cubicBezTo>
                  <a:cubicBezTo>
                    <a:pt x="355936" y="261476"/>
                    <a:pt x="363559" y="253854"/>
                    <a:pt x="372962" y="253854"/>
                  </a:cubicBezTo>
                  <a:lnTo>
                    <a:pt x="398669" y="253854"/>
                  </a:lnTo>
                  <a:lnTo>
                    <a:pt x="398669" y="226224"/>
                  </a:lnTo>
                  <a:cubicBezTo>
                    <a:pt x="398669" y="225699"/>
                    <a:pt x="398705" y="225182"/>
                    <a:pt x="399282" y="224745"/>
                  </a:cubicBezTo>
                  <a:lnTo>
                    <a:pt x="397875" y="220285"/>
                  </a:lnTo>
                  <a:cubicBezTo>
                    <a:pt x="398695" y="210917"/>
                    <a:pt x="406953" y="203988"/>
                    <a:pt x="416320" y="204807"/>
                  </a:cubicBezTo>
                  <a:lnTo>
                    <a:pt x="766843" y="235474"/>
                  </a:lnTo>
                  <a:cubicBezTo>
                    <a:pt x="776210" y="236294"/>
                    <a:pt x="783139" y="244551"/>
                    <a:pt x="782320" y="253919"/>
                  </a:cubicBezTo>
                  <a:close/>
                  <a:moveTo>
                    <a:pt x="787242" y="326087"/>
                  </a:moveTo>
                  <a:lnTo>
                    <a:pt x="785600" y="324445"/>
                  </a:lnTo>
                  <a:lnTo>
                    <a:pt x="785600" y="237207"/>
                  </a:lnTo>
                  <a:cubicBezTo>
                    <a:pt x="785600" y="202145"/>
                    <a:pt x="757177" y="173722"/>
                    <a:pt x="722115" y="173722"/>
                  </a:cubicBezTo>
                  <a:lnTo>
                    <a:pt x="634876" y="173722"/>
                  </a:lnTo>
                  <a:cubicBezTo>
                    <a:pt x="608805" y="147651"/>
                    <a:pt x="582735" y="121579"/>
                    <a:pt x="556664" y="95509"/>
                  </a:cubicBezTo>
                  <a:cubicBezTo>
                    <a:pt x="429319" y="-31836"/>
                    <a:pt x="222853" y="-31836"/>
                    <a:pt x="95508" y="95509"/>
                  </a:cubicBezTo>
                  <a:cubicBezTo>
                    <a:pt x="31836" y="159181"/>
                    <a:pt x="0" y="242634"/>
                    <a:pt x="0" y="326087"/>
                  </a:cubicBezTo>
                  <a:cubicBezTo>
                    <a:pt x="0" y="409540"/>
                    <a:pt x="31836" y="492992"/>
                    <a:pt x="95508" y="556665"/>
                  </a:cubicBezTo>
                  <a:cubicBezTo>
                    <a:pt x="222853" y="684010"/>
                    <a:pt x="429320" y="684010"/>
                    <a:pt x="556664" y="556665"/>
                  </a:cubicBezTo>
                  <a:lnTo>
                    <a:pt x="634877" y="478452"/>
                  </a:lnTo>
                  <a:lnTo>
                    <a:pt x="722116" y="478453"/>
                  </a:lnTo>
                  <a:cubicBezTo>
                    <a:pt x="757178" y="478452"/>
                    <a:pt x="785600" y="450029"/>
                    <a:pt x="785600" y="414968"/>
                  </a:cubicBezTo>
                  <a:lnTo>
                    <a:pt x="785600" y="327729"/>
                  </a:lnTo>
                  <a:close/>
                  <a:moveTo>
                    <a:pt x="893383" y="437430"/>
                  </a:moveTo>
                  <a:lnTo>
                    <a:pt x="893383" y="214743"/>
                  </a:lnTo>
                  <a:cubicBezTo>
                    <a:pt x="893383" y="198561"/>
                    <a:pt x="880265" y="185442"/>
                    <a:pt x="864082" y="185442"/>
                  </a:cubicBezTo>
                  <a:cubicBezTo>
                    <a:pt x="847899" y="185442"/>
                    <a:pt x="834781" y="198561"/>
                    <a:pt x="834781" y="214743"/>
                  </a:cubicBezTo>
                  <a:lnTo>
                    <a:pt x="834781" y="437431"/>
                  </a:lnTo>
                  <a:cubicBezTo>
                    <a:pt x="834781" y="453613"/>
                    <a:pt x="847900" y="466732"/>
                    <a:pt x="864082" y="466732"/>
                  </a:cubicBezTo>
                  <a:lnTo>
                    <a:pt x="864082" y="466731"/>
                  </a:lnTo>
                  <a:cubicBezTo>
                    <a:pt x="880265" y="466731"/>
                    <a:pt x="893383" y="453613"/>
                    <a:pt x="893383" y="437430"/>
                  </a:cubicBezTo>
                  <a:close/>
                  <a:moveTo>
                    <a:pt x="984194" y="425710"/>
                  </a:moveTo>
                  <a:lnTo>
                    <a:pt x="984193" y="226463"/>
                  </a:lnTo>
                  <a:cubicBezTo>
                    <a:pt x="984193" y="210281"/>
                    <a:pt x="971075" y="197163"/>
                    <a:pt x="954892" y="197162"/>
                  </a:cubicBezTo>
                  <a:cubicBezTo>
                    <a:pt x="938710" y="197163"/>
                    <a:pt x="925591" y="210281"/>
                    <a:pt x="925591" y="226463"/>
                  </a:cubicBezTo>
                  <a:lnTo>
                    <a:pt x="925591" y="425710"/>
                  </a:lnTo>
                  <a:cubicBezTo>
                    <a:pt x="925591" y="441893"/>
                    <a:pt x="938710" y="455011"/>
                    <a:pt x="954892" y="455011"/>
                  </a:cubicBezTo>
                  <a:lnTo>
                    <a:pt x="954892" y="455011"/>
                  </a:lnTo>
                  <a:cubicBezTo>
                    <a:pt x="971075" y="455011"/>
                    <a:pt x="984194" y="441892"/>
                    <a:pt x="984194" y="425710"/>
                  </a:cubicBezTo>
                  <a:close/>
                  <a:moveTo>
                    <a:pt x="1075004" y="402268"/>
                  </a:moveTo>
                  <a:lnTo>
                    <a:pt x="1075003" y="249904"/>
                  </a:lnTo>
                  <a:cubicBezTo>
                    <a:pt x="1075003" y="233721"/>
                    <a:pt x="1061885" y="220603"/>
                    <a:pt x="1045703" y="220603"/>
                  </a:cubicBezTo>
                  <a:cubicBezTo>
                    <a:pt x="1029520" y="220603"/>
                    <a:pt x="1016401" y="233721"/>
                    <a:pt x="1016401" y="249904"/>
                  </a:cubicBezTo>
                  <a:lnTo>
                    <a:pt x="1016402" y="402269"/>
                  </a:lnTo>
                  <a:cubicBezTo>
                    <a:pt x="1016402" y="418451"/>
                    <a:pt x="1029520" y="431570"/>
                    <a:pt x="1045703" y="431570"/>
                  </a:cubicBezTo>
                  <a:lnTo>
                    <a:pt x="1045703" y="431570"/>
                  </a:lnTo>
                  <a:cubicBezTo>
                    <a:pt x="1061885" y="431570"/>
                    <a:pt x="1075004" y="418451"/>
                    <a:pt x="1075004" y="402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solidFill>
                  <a:schemeClr val="tx1"/>
                </a:solidFill>
              </a:endParaRPr>
            </a:p>
          </p:txBody>
        </p:sp>
      </p:grpSp>
      <p:sp>
        <p:nvSpPr>
          <p:cNvPr id="36" name="TextBox 35">
            <a:extLst>
              <a:ext uri="{FF2B5EF4-FFF2-40B4-BE49-F238E27FC236}">
                <a16:creationId xmlns:a16="http://schemas.microsoft.com/office/drawing/2014/main" id="{FE4284FE-ABB8-4CDA-AAFD-D7360E22BF5C}"/>
              </a:ext>
            </a:extLst>
          </p:cNvPr>
          <p:cNvSpPr txBox="1"/>
          <p:nvPr/>
        </p:nvSpPr>
        <p:spPr>
          <a:xfrm>
            <a:off x="5168491" y="1876288"/>
            <a:ext cx="6772498" cy="3970318"/>
          </a:xfrm>
          <a:prstGeom prst="rect">
            <a:avLst/>
          </a:prstGeom>
          <a:noFill/>
        </p:spPr>
        <p:txBody>
          <a:bodyPr wrap="square" rtlCol="0">
            <a:spAutoFit/>
          </a:bodyPr>
          <a:lstStyle/>
          <a:p>
            <a:pPr algn="just">
              <a:lnSpc>
                <a:spcPct val="150000"/>
              </a:lnSpc>
            </a:pPr>
            <a:r>
              <a:rPr lang="en-US" sz="2400" dirty="0">
                <a:latin typeface="Cambria" panose="02040503050406030204" pitchFamily="18" charset="0"/>
                <a:ea typeface="Cambria" panose="02040503050406030204" pitchFamily="18" charset="0"/>
              </a:rPr>
              <a:t>      e are proposing </a:t>
            </a:r>
            <a:r>
              <a:rPr lang="en-US" sz="2400" dirty="0"/>
              <a:t>In India road accidents are increased very rapidly and lots of deaths are occur due to head injuries because number of peoples not wearing helmets ,so to avoid the system that automatically detects the peoples who are not wearing  helmet and also detect number plates of the motorcycles to penalize that persons.</a:t>
            </a:r>
            <a:r>
              <a:rPr lang="en-US" altLang="ko-KR" sz="2400" dirty="0">
                <a:latin typeface="Cambria" panose="02040503050406030204" pitchFamily="18" charset="0"/>
                <a:ea typeface="Cambria" panose="02040503050406030204" pitchFamily="18" charset="0"/>
                <a:cs typeface="Arial" pitchFamily="34" charset="0"/>
              </a:rPr>
              <a:t> </a:t>
            </a:r>
          </a:p>
        </p:txBody>
      </p:sp>
      <p:sp>
        <p:nvSpPr>
          <p:cNvPr id="54" name="TextBox 53">
            <a:extLst>
              <a:ext uri="{FF2B5EF4-FFF2-40B4-BE49-F238E27FC236}">
                <a16:creationId xmlns:a16="http://schemas.microsoft.com/office/drawing/2014/main" id="{A7786A9D-2BAF-47AF-A9A6-7981923EF8E8}"/>
              </a:ext>
            </a:extLst>
          </p:cNvPr>
          <p:cNvSpPr txBox="1"/>
          <p:nvPr/>
        </p:nvSpPr>
        <p:spPr>
          <a:xfrm>
            <a:off x="5809969" y="336919"/>
            <a:ext cx="5026563" cy="830997"/>
          </a:xfrm>
          <a:prstGeom prst="rect">
            <a:avLst/>
          </a:prstGeom>
          <a:noFill/>
        </p:spPr>
        <p:txBody>
          <a:bodyPr wrap="square" rtlCol="0" anchor="ctr">
            <a:spAutoFit/>
          </a:bodyPr>
          <a:lstStyle/>
          <a:p>
            <a:pPr algn="ctr"/>
            <a:r>
              <a:rPr lang="en-US" altLang="ko-KR" sz="4800" b="1" spc="2000" dirty="0">
                <a:solidFill>
                  <a:srgbClr val="FD2120"/>
                </a:solidFill>
                <a:cs typeface="Arial" pitchFamily="34" charset="0"/>
              </a:rPr>
              <a:t>SOLUTION</a:t>
            </a:r>
          </a:p>
        </p:txBody>
      </p:sp>
      <p:sp>
        <p:nvSpPr>
          <p:cNvPr id="2" name="TextBox 1"/>
          <p:cNvSpPr txBox="1"/>
          <p:nvPr/>
        </p:nvSpPr>
        <p:spPr>
          <a:xfrm>
            <a:off x="4964544" y="1677108"/>
            <a:ext cx="676498" cy="923330"/>
          </a:xfrm>
          <a:prstGeom prst="rect">
            <a:avLst/>
          </a:prstGeom>
          <a:noFill/>
        </p:spPr>
        <p:txBody>
          <a:bodyPr wrap="square" rtlCol="0">
            <a:spAutoFit/>
          </a:bodyPr>
          <a:lstStyle/>
          <a:p>
            <a:r>
              <a:rPr lang="en-US" sz="5400" dirty="0">
                <a:latin typeface="Cambria" panose="02040503050406030204" pitchFamily="18" charset="0"/>
                <a:ea typeface="Cambria" panose="02040503050406030204" pitchFamily="18" charset="0"/>
              </a:rPr>
              <a:t>W</a:t>
            </a:r>
            <a:endParaRPr lang="en-IN" sz="5400" dirty="0">
              <a:latin typeface="Cambria" panose="02040503050406030204" pitchFamily="18" charset="0"/>
              <a:ea typeface="Cambria" panose="02040503050406030204" pitchFamily="18" charset="0"/>
            </a:endParaRPr>
          </a:p>
        </p:txBody>
      </p:sp>
      <p:pic>
        <p:nvPicPr>
          <p:cNvPr id="1028" name="Picture 4" descr="Technology for Traffic Regulation: YOLOv8 and Tesseract-OCR for Helmet  Violation Fines | by Edula Vinay Kumar Reddy | DataDrivenInvestor">
            <a:extLst>
              <a:ext uri="{FF2B5EF4-FFF2-40B4-BE49-F238E27FC236}">
                <a16:creationId xmlns:a16="http://schemas.microsoft.com/office/drawing/2014/main" id="{493C76CA-CE4C-755C-F1E1-C259ACA411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5017" y="4005324"/>
            <a:ext cx="3019528" cy="2264646"/>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7C8A568-259F-1E90-3B06-2B9D7B19E657}"/>
              </a:ext>
            </a:extLst>
          </p:cNvPr>
          <p:cNvSpPr txBox="1"/>
          <p:nvPr/>
        </p:nvSpPr>
        <p:spPr>
          <a:xfrm>
            <a:off x="5168491" y="6370312"/>
            <a:ext cx="2855168" cy="369332"/>
          </a:xfrm>
          <a:prstGeom prst="rect">
            <a:avLst/>
          </a:prstGeom>
          <a:noFill/>
        </p:spPr>
        <p:txBody>
          <a:bodyPr wrap="square" rtlCol="0">
            <a:spAutoFit/>
          </a:bodyPr>
          <a:lstStyle/>
          <a:p>
            <a:r>
              <a:rPr lang="en-US" dirty="0">
                <a:hlinkClick r:id="rId3"/>
              </a:rPr>
              <a:t>BASE REASEARCH PAPER</a:t>
            </a:r>
            <a:endParaRPr lang="en-IN" dirty="0"/>
          </a:p>
        </p:txBody>
      </p:sp>
      <p:sp>
        <p:nvSpPr>
          <p:cNvPr id="8" name="TextBox 7">
            <a:extLst>
              <a:ext uri="{FF2B5EF4-FFF2-40B4-BE49-F238E27FC236}">
                <a16:creationId xmlns:a16="http://schemas.microsoft.com/office/drawing/2014/main" id="{9E2891BF-D90E-8C7C-DEB9-120DAA825ACF}"/>
              </a:ext>
            </a:extLst>
          </p:cNvPr>
          <p:cNvSpPr txBox="1"/>
          <p:nvPr/>
        </p:nvSpPr>
        <p:spPr>
          <a:xfrm>
            <a:off x="7883547" y="6336415"/>
            <a:ext cx="3079922" cy="369332"/>
          </a:xfrm>
          <a:prstGeom prst="rect">
            <a:avLst/>
          </a:prstGeom>
          <a:noFill/>
        </p:spPr>
        <p:txBody>
          <a:bodyPr wrap="square" rtlCol="0" anchor="ctr">
            <a:spAutoFit/>
          </a:bodyPr>
          <a:lstStyle/>
          <a:p>
            <a:r>
              <a:rPr lang="en-US" sz="1800" b="0" dirty="0">
                <a:hlinkClick r:id="rId4"/>
              </a:rPr>
              <a:t>Helmet_Detection_OCR_ANPR</a:t>
            </a:r>
            <a:endParaRPr lang="ko-KR" altLang="en-US" b="1" dirty="0">
              <a:solidFill>
                <a:srgbClr val="262626"/>
              </a:solidFill>
              <a:cs typeface="Arial" pitchFamily="34" charset="0"/>
            </a:endParaRPr>
          </a:p>
        </p:txBody>
      </p:sp>
      <p:sp>
        <p:nvSpPr>
          <p:cNvPr id="9" name="TextBox 8">
            <a:extLst>
              <a:ext uri="{FF2B5EF4-FFF2-40B4-BE49-F238E27FC236}">
                <a16:creationId xmlns:a16="http://schemas.microsoft.com/office/drawing/2014/main" id="{8064A705-23D1-9372-A8F2-DBE4B426F4D4}"/>
              </a:ext>
            </a:extLst>
          </p:cNvPr>
          <p:cNvSpPr txBox="1"/>
          <p:nvPr/>
        </p:nvSpPr>
        <p:spPr>
          <a:xfrm>
            <a:off x="3171972" y="6336415"/>
            <a:ext cx="1996519" cy="369332"/>
          </a:xfrm>
          <a:prstGeom prst="rect">
            <a:avLst/>
          </a:prstGeom>
          <a:noFill/>
        </p:spPr>
        <p:txBody>
          <a:bodyPr wrap="square" rtlCol="0">
            <a:spAutoFit/>
          </a:bodyPr>
          <a:lstStyle/>
          <a:p>
            <a:r>
              <a:rPr lang="en-US" dirty="0">
                <a:hlinkClick r:id="rId5"/>
              </a:rPr>
              <a:t>Project GitHub Link</a:t>
            </a:r>
            <a:endParaRPr lang="en-IN" dirty="0"/>
          </a:p>
        </p:txBody>
      </p:sp>
    </p:spTree>
    <p:extLst>
      <p:ext uri="{BB962C8B-B14F-4D97-AF65-F5344CB8AC3E}">
        <p14:creationId xmlns:p14="http://schemas.microsoft.com/office/powerpoint/2010/main" val="2637273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fade">
                                      <p:cBhvr>
                                        <p:cTn id="7" dur="500"/>
                                        <p:tgtEl>
                                          <p:spTgt spid="1028"/>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randombar(horizontal)">
                                      <p:cBhvr>
                                        <p:cTn id="12" dur="5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1000"/>
                                        <p:tgtEl>
                                          <p:spTgt spid="34"/>
                                        </p:tgtEl>
                                      </p:cBhvr>
                                    </p:animEffect>
                                    <p:anim calcmode="lin" valueType="num">
                                      <p:cBhvr>
                                        <p:cTn id="18" dur="1000" fill="hold"/>
                                        <p:tgtEl>
                                          <p:spTgt spid="34"/>
                                        </p:tgtEl>
                                        <p:attrNameLst>
                                          <p:attrName>ppt_x</p:attrName>
                                        </p:attrNameLst>
                                      </p:cBhvr>
                                      <p:tavLst>
                                        <p:tav tm="0">
                                          <p:val>
                                            <p:strVal val="#ppt_x"/>
                                          </p:val>
                                        </p:tav>
                                        <p:tav tm="100000">
                                          <p:val>
                                            <p:strVal val="#ppt_x"/>
                                          </p:val>
                                        </p:tav>
                                      </p:tavLst>
                                    </p:anim>
                                    <p:anim calcmode="lin" valueType="num">
                                      <p:cBhvr>
                                        <p:cTn id="19"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0"/>
                                        </p:tgtEl>
                                        <p:attrNameLst>
                                          <p:attrName>style.visibility</p:attrName>
                                        </p:attrNameLst>
                                      </p:cBhvr>
                                      <p:to>
                                        <p:strVal val="visible"/>
                                      </p:to>
                                    </p:set>
                                    <p:animEffect transition="in" filter="fade">
                                      <p:cBhvr>
                                        <p:cTn id="24" dur="1000"/>
                                        <p:tgtEl>
                                          <p:spTgt spid="30"/>
                                        </p:tgtEl>
                                      </p:cBhvr>
                                    </p:animEffect>
                                    <p:anim calcmode="lin" valueType="num">
                                      <p:cBhvr>
                                        <p:cTn id="25" dur="1000" fill="hold"/>
                                        <p:tgtEl>
                                          <p:spTgt spid="30"/>
                                        </p:tgtEl>
                                        <p:attrNameLst>
                                          <p:attrName>ppt_x</p:attrName>
                                        </p:attrNameLst>
                                      </p:cBhvr>
                                      <p:tavLst>
                                        <p:tav tm="0">
                                          <p:val>
                                            <p:strVal val="#ppt_x"/>
                                          </p:val>
                                        </p:tav>
                                        <p:tav tm="100000">
                                          <p:val>
                                            <p:strVal val="#ppt_x"/>
                                          </p:val>
                                        </p:tav>
                                      </p:tavLst>
                                    </p:anim>
                                    <p:anim calcmode="lin" valueType="num">
                                      <p:cBhvr>
                                        <p:cTn id="26"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fade">
                                      <p:cBhvr>
                                        <p:cTn id="31" dur="1000"/>
                                        <p:tgtEl>
                                          <p:spTgt spid="33"/>
                                        </p:tgtEl>
                                      </p:cBhvr>
                                    </p:animEffect>
                                    <p:anim calcmode="lin" valueType="num">
                                      <p:cBhvr>
                                        <p:cTn id="32" dur="1000" fill="hold"/>
                                        <p:tgtEl>
                                          <p:spTgt spid="33"/>
                                        </p:tgtEl>
                                        <p:attrNameLst>
                                          <p:attrName>ppt_x</p:attrName>
                                        </p:attrNameLst>
                                      </p:cBhvr>
                                      <p:tavLst>
                                        <p:tav tm="0">
                                          <p:val>
                                            <p:strVal val="#ppt_x"/>
                                          </p:val>
                                        </p:tav>
                                        <p:tav tm="100000">
                                          <p:val>
                                            <p:strVal val="#ppt_x"/>
                                          </p:val>
                                        </p:tav>
                                      </p:tavLst>
                                    </p:anim>
                                    <p:anim calcmode="lin" valueType="num">
                                      <p:cBhvr>
                                        <p:cTn id="33"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31"/>
                                        </p:tgtEl>
                                        <p:attrNameLst>
                                          <p:attrName>style.visibility</p:attrName>
                                        </p:attrNameLst>
                                      </p:cBhvr>
                                      <p:to>
                                        <p:strVal val="visible"/>
                                      </p:to>
                                    </p:set>
                                    <p:anim calcmode="lin" valueType="num">
                                      <p:cBhvr additive="base">
                                        <p:cTn id="38" dur="500" fill="hold"/>
                                        <p:tgtEl>
                                          <p:spTgt spid="31"/>
                                        </p:tgtEl>
                                        <p:attrNameLst>
                                          <p:attrName>ppt_x</p:attrName>
                                        </p:attrNameLst>
                                      </p:cBhvr>
                                      <p:tavLst>
                                        <p:tav tm="0">
                                          <p:val>
                                            <p:strVal val="#ppt_x"/>
                                          </p:val>
                                        </p:tav>
                                        <p:tav tm="100000">
                                          <p:val>
                                            <p:strVal val="#ppt_x"/>
                                          </p:val>
                                        </p:tav>
                                      </p:tavLst>
                                    </p:anim>
                                    <p:anim calcmode="lin" valueType="num">
                                      <p:cBhvr additive="base">
                                        <p:cTn id="39"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7CB4732-19F4-41D3-A198-2FB2954A36A4}"/>
              </a:ext>
            </a:extLst>
          </p:cNvPr>
          <p:cNvSpPr/>
          <p:nvPr/>
        </p:nvSpPr>
        <p:spPr>
          <a:xfrm>
            <a:off x="783151" y="653168"/>
            <a:ext cx="10988067" cy="1600119"/>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 name="Rectangle 2">
            <a:extLst>
              <a:ext uri="{FF2B5EF4-FFF2-40B4-BE49-F238E27FC236}">
                <a16:creationId xmlns:a16="http://schemas.microsoft.com/office/drawing/2014/main" id="{A95F1874-7624-4C74-BBA4-96E2DD102648}"/>
              </a:ext>
            </a:extLst>
          </p:cNvPr>
          <p:cNvSpPr/>
          <p:nvPr/>
        </p:nvSpPr>
        <p:spPr>
          <a:xfrm>
            <a:off x="760579" y="2425725"/>
            <a:ext cx="10983626" cy="1448059"/>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4" name="Rectangle 3">
            <a:extLst>
              <a:ext uri="{FF2B5EF4-FFF2-40B4-BE49-F238E27FC236}">
                <a16:creationId xmlns:a16="http://schemas.microsoft.com/office/drawing/2014/main" id="{8DAC5C6B-3EAC-4289-B5C0-8BF76EB1D856}"/>
              </a:ext>
            </a:extLst>
          </p:cNvPr>
          <p:cNvSpPr/>
          <p:nvPr/>
        </p:nvSpPr>
        <p:spPr>
          <a:xfrm>
            <a:off x="783151" y="4066819"/>
            <a:ext cx="10976414" cy="1109371"/>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5" name="Rectangle 4">
            <a:extLst>
              <a:ext uri="{FF2B5EF4-FFF2-40B4-BE49-F238E27FC236}">
                <a16:creationId xmlns:a16="http://schemas.microsoft.com/office/drawing/2014/main" id="{E81E2CD8-5D6E-451B-B356-30080C6CFB22}"/>
              </a:ext>
            </a:extLst>
          </p:cNvPr>
          <p:cNvSpPr/>
          <p:nvPr/>
        </p:nvSpPr>
        <p:spPr>
          <a:xfrm>
            <a:off x="819116" y="5399025"/>
            <a:ext cx="10951318" cy="109759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6" name="TextBox 5">
            <a:extLst>
              <a:ext uri="{FF2B5EF4-FFF2-40B4-BE49-F238E27FC236}">
                <a16:creationId xmlns:a16="http://schemas.microsoft.com/office/drawing/2014/main" id="{D0E43618-660D-45A3-B041-489A656BB3D2}"/>
              </a:ext>
            </a:extLst>
          </p:cNvPr>
          <p:cNvSpPr txBox="1"/>
          <p:nvPr/>
        </p:nvSpPr>
        <p:spPr>
          <a:xfrm>
            <a:off x="896096" y="817270"/>
            <a:ext cx="10879647" cy="1200329"/>
          </a:xfrm>
          <a:prstGeom prst="rect">
            <a:avLst/>
          </a:prstGeom>
          <a:noFill/>
        </p:spPr>
        <p:txBody>
          <a:bodyPr wrap="square" rtlCol="0">
            <a:spAutoFit/>
          </a:bodyPr>
          <a:lstStyle/>
          <a:p>
            <a:r>
              <a:rPr lang="en-IN" dirty="0">
                <a:latin typeface="Cambria" panose="02040503050406030204" pitchFamily="18" charset="0"/>
                <a:ea typeface="Cambria" panose="02040503050406030204" pitchFamily="18" charset="0"/>
              </a:rPr>
              <a:t>1. The administrator is equipped with secure login credentials to access the central management system.</a:t>
            </a:r>
            <a:br>
              <a:rPr lang="en-IN" dirty="0">
                <a:latin typeface="Cambria" panose="02040503050406030204" pitchFamily="18" charset="0"/>
                <a:ea typeface="Cambria" panose="02040503050406030204" pitchFamily="18" charset="0"/>
              </a:rPr>
            </a:br>
            <a:r>
              <a:rPr lang="en-IN" dirty="0">
                <a:latin typeface="Cambria" panose="02040503050406030204" pitchFamily="18" charset="0"/>
                <a:ea typeface="Cambria" panose="02040503050406030204" pitchFamily="18" charset="0"/>
              </a:rPr>
              <a:t>2. Can monitor the operational status of the helmet detection system, including camera functionalities and algorithm efficiency.</a:t>
            </a:r>
            <a:br>
              <a:rPr lang="en-IN" dirty="0">
                <a:latin typeface="Cambria" panose="02040503050406030204" pitchFamily="18" charset="0"/>
                <a:ea typeface="Cambria" panose="02040503050406030204" pitchFamily="18" charset="0"/>
              </a:rPr>
            </a:br>
            <a:r>
              <a:rPr lang="en-IN" dirty="0">
                <a:latin typeface="Cambria" panose="02040503050406030204" pitchFamily="18" charset="0"/>
                <a:ea typeface="Cambria" panose="02040503050406030204" pitchFamily="18" charset="0"/>
              </a:rPr>
              <a:t>3. Empowered to update system parameters, manage user access, and enhance security measures.</a:t>
            </a:r>
          </a:p>
        </p:txBody>
      </p:sp>
      <p:sp>
        <p:nvSpPr>
          <p:cNvPr id="7" name="TextBox 6">
            <a:extLst>
              <a:ext uri="{FF2B5EF4-FFF2-40B4-BE49-F238E27FC236}">
                <a16:creationId xmlns:a16="http://schemas.microsoft.com/office/drawing/2014/main" id="{AF181E77-CBCD-42AE-B334-3C09F4B6A91F}"/>
              </a:ext>
            </a:extLst>
          </p:cNvPr>
          <p:cNvSpPr txBox="1"/>
          <p:nvPr/>
        </p:nvSpPr>
        <p:spPr>
          <a:xfrm>
            <a:off x="926804" y="2673455"/>
            <a:ext cx="10732181" cy="923330"/>
          </a:xfrm>
          <a:prstGeom prst="rect">
            <a:avLst/>
          </a:prstGeom>
          <a:noFill/>
        </p:spPr>
        <p:txBody>
          <a:bodyPr wrap="square" rtlCol="0">
            <a:spAutoFit/>
          </a:bodyPr>
          <a:lstStyle/>
          <a:p>
            <a:r>
              <a:rPr lang="en-IN" dirty="0">
                <a:latin typeface="Cambria" panose="02040503050406030204" pitchFamily="18" charset="0"/>
                <a:ea typeface="Cambria" panose="02040503050406030204" pitchFamily="18" charset="0"/>
              </a:rPr>
              <a:t>1. Every rider is registered in the system with a unique ID.</a:t>
            </a:r>
            <a:br>
              <a:rPr lang="en-IN" dirty="0">
                <a:latin typeface="Cambria" panose="02040503050406030204" pitchFamily="18" charset="0"/>
                <a:ea typeface="Cambria" panose="02040503050406030204" pitchFamily="18" charset="0"/>
              </a:rPr>
            </a:br>
            <a:r>
              <a:rPr lang="en-IN" dirty="0">
                <a:latin typeface="Cambria" panose="02040503050406030204" pitchFamily="18" charset="0"/>
                <a:ea typeface="Cambria" panose="02040503050406030204" pitchFamily="18" charset="0"/>
              </a:rPr>
              <a:t>2. Riders register using personal details such as name, contact information, and vehicle details.</a:t>
            </a:r>
          </a:p>
          <a:p>
            <a:r>
              <a:rPr lang="en-IN" dirty="0">
                <a:latin typeface="Cambria" panose="02040503050406030204" pitchFamily="18" charset="0"/>
                <a:ea typeface="Cambria" panose="02040503050406030204" pitchFamily="18" charset="0"/>
              </a:rPr>
              <a:t>3. Can select or modify helmet detection services and view past detection history.</a:t>
            </a:r>
          </a:p>
        </p:txBody>
      </p:sp>
      <p:sp>
        <p:nvSpPr>
          <p:cNvPr id="8" name="TextBox 7">
            <a:extLst>
              <a:ext uri="{FF2B5EF4-FFF2-40B4-BE49-F238E27FC236}">
                <a16:creationId xmlns:a16="http://schemas.microsoft.com/office/drawing/2014/main" id="{F14CB549-68B7-44B8-B083-F1BD277E5C0C}"/>
              </a:ext>
            </a:extLst>
          </p:cNvPr>
          <p:cNvSpPr txBox="1"/>
          <p:nvPr/>
        </p:nvSpPr>
        <p:spPr>
          <a:xfrm>
            <a:off x="891990" y="4217231"/>
            <a:ext cx="10766995" cy="923330"/>
          </a:xfrm>
          <a:prstGeom prst="rect">
            <a:avLst/>
          </a:prstGeom>
          <a:noFill/>
        </p:spPr>
        <p:txBody>
          <a:bodyPr wrap="square" rtlCol="0">
            <a:spAutoFit/>
          </a:bodyPr>
          <a:lstStyle/>
          <a:p>
            <a:r>
              <a:rPr lang="en-IN" dirty="0">
                <a:latin typeface="Cambria" panose="02040503050406030204" pitchFamily="18" charset="0"/>
                <a:ea typeface="Cambria" panose="02040503050406030204" pitchFamily="18" charset="0"/>
              </a:rPr>
              <a:t>1. Responsible for the continuous monitoring of the helmet detection system.</a:t>
            </a:r>
            <a:br>
              <a:rPr lang="en-IN" dirty="0">
                <a:latin typeface="Cambria" panose="02040503050406030204" pitchFamily="18" charset="0"/>
                <a:ea typeface="Cambria" panose="02040503050406030204" pitchFamily="18" charset="0"/>
              </a:rPr>
            </a:br>
            <a:r>
              <a:rPr lang="en-IN" dirty="0">
                <a:latin typeface="Cambria" panose="02040503050406030204" pitchFamily="18" charset="0"/>
                <a:ea typeface="Cambria" panose="02040503050406030204" pitchFamily="18" charset="0"/>
              </a:rPr>
              <a:t>2. Manages and coordinates the real-time data flow between detection systems and data storage.</a:t>
            </a:r>
            <a:br>
              <a:rPr lang="en-IN" dirty="0">
                <a:latin typeface="Cambria" panose="02040503050406030204" pitchFamily="18" charset="0"/>
                <a:ea typeface="Cambria" panose="02040503050406030204" pitchFamily="18" charset="0"/>
              </a:rPr>
            </a:br>
            <a:r>
              <a:rPr lang="en-IN" dirty="0">
                <a:latin typeface="Cambria" panose="02040503050406030204" pitchFamily="18" charset="0"/>
                <a:ea typeface="Cambria" panose="02040503050406030204" pitchFamily="18" charset="0"/>
              </a:rPr>
              <a:t>3. Generates regular compliance reports and system status updates for administrative review.</a:t>
            </a:r>
          </a:p>
        </p:txBody>
      </p:sp>
      <p:sp>
        <p:nvSpPr>
          <p:cNvPr id="9" name="TextBox 8">
            <a:extLst>
              <a:ext uri="{FF2B5EF4-FFF2-40B4-BE49-F238E27FC236}">
                <a16:creationId xmlns:a16="http://schemas.microsoft.com/office/drawing/2014/main" id="{987A773F-B0B5-434E-9A66-CCE658247B83}"/>
              </a:ext>
            </a:extLst>
          </p:cNvPr>
          <p:cNvSpPr txBox="1"/>
          <p:nvPr/>
        </p:nvSpPr>
        <p:spPr>
          <a:xfrm>
            <a:off x="891990" y="5529237"/>
            <a:ext cx="10990554" cy="923330"/>
          </a:xfrm>
          <a:prstGeom prst="rect">
            <a:avLst/>
          </a:prstGeom>
          <a:noFill/>
        </p:spPr>
        <p:txBody>
          <a:bodyPr wrap="square" rtlCol="0">
            <a:spAutoFit/>
          </a:bodyPr>
          <a:lstStyle/>
          <a:p>
            <a:r>
              <a:rPr lang="en-IN" dirty="0">
                <a:latin typeface="Cambria" panose="02040503050406030204" pitchFamily="18" charset="0"/>
                <a:ea typeface="Cambria" panose="02040503050406030204" pitchFamily="18" charset="0"/>
              </a:rPr>
              <a:t>1. Ensures the smooth operation of helmet detection technologies and infrastructures.</a:t>
            </a:r>
            <a:br>
              <a:rPr lang="en-IN" dirty="0">
                <a:latin typeface="Cambria" panose="02040503050406030204" pitchFamily="18" charset="0"/>
                <a:ea typeface="Cambria" panose="02040503050406030204" pitchFamily="18" charset="0"/>
              </a:rPr>
            </a:br>
            <a:r>
              <a:rPr lang="en-IN" dirty="0">
                <a:latin typeface="Cambria" panose="02040503050406030204" pitchFamily="18" charset="0"/>
                <a:ea typeface="Cambria" panose="02040503050406030204" pitchFamily="18" charset="0"/>
              </a:rPr>
              <a:t>2. Regularly updates software, including the YOLOv11 detection models, and maintains hardware components.</a:t>
            </a:r>
            <a:br>
              <a:rPr lang="en-IN" dirty="0">
                <a:latin typeface="Cambria" panose="02040503050406030204" pitchFamily="18" charset="0"/>
                <a:ea typeface="Cambria" panose="02040503050406030204" pitchFamily="18" charset="0"/>
              </a:rPr>
            </a:br>
            <a:r>
              <a:rPr lang="en-IN" dirty="0">
                <a:latin typeface="Cambria" panose="02040503050406030204" pitchFamily="18" charset="0"/>
                <a:ea typeface="Cambria" panose="02040503050406030204" pitchFamily="18" charset="0"/>
              </a:rPr>
              <a:t>3. Handles troubleshooting and technical issues, ensuring high system reliability and efficiency.</a:t>
            </a:r>
          </a:p>
        </p:txBody>
      </p:sp>
      <p:grpSp>
        <p:nvGrpSpPr>
          <p:cNvPr id="10" name="Group 9">
            <a:extLst>
              <a:ext uri="{FF2B5EF4-FFF2-40B4-BE49-F238E27FC236}">
                <a16:creationId xmlns:a16="http://schemas.microsoft.com/office/drawing/2014/main" id="{746A9CB8-855A-438E-815C-9CC4D6395D43}"/>
              </a:ext>
            </a:extLst>
          </p:cNvPr>
          <p:cNvGrpSpPr/>
          <p:nvPr/>
        </p:nvGrpSpPr>
        <p:grpSpPr>
          <a:xfrm>
            <a:off x="7929920" y="466017"/>
            <a:ext cx="4003676" cy="475860"/>
            <a:chOff x="1487532" y="2017033"/>
            <a:chExt cx="2952328" cy="376914"/>
          </a:xfrm>
        </p:grpSpPr>
        <p:sp>
          <p:nvSpPr>
            <p:cNvPr id="11" name="Rectangle 9">
              <a:extLst>
                <a:ext uri="{FF2B5EF4-FFF2-40B4-BE49-F238E27FC236}">
                  <a16:creationId xmlns:a16="http://schemas.microsoft.com/office/drawing/2014/main" id="{E9F9E0C1-D5A6-4617-8070-D67CBA2B3EFA}"/>
                </a:ext>
              </a:extLst>
            </p:cNvPr>
            <p:cNvSpPr/>
            <p:nvPr/>
          </p:nvSpPr>
          <p:spPr>
            <a:xfrm>
              <a:off x="4319543" y="2027138"/>
              <a:ext cx="115353" cy="366809"/>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 name="connsiteX4" fmla="*/ 0 w 914400"/>
                <a:gd name="connsiteY4" fmla="*/ 0 h 914400"/>
                <a:gd name="connsiteX0" fmla="*/ 0 w 914400"/>
                <a:gd name="connsiteY0" fmla="*/ 292963 h 1207363"/>
                <a:gd name="connsiteX1" fmla="*/ 914400 w 914400"/>
                <a:gd name="connsiteY1" fmla="*/ 0 h 1207363"/>
                <a:gd name="connsiteX2" fmla="*/ 914400 w 914400"/>
                <a:gd name="connsiteY2" fmla="*/ 1207363 h 1207363"/>
                <a:gd name="connsiteX3" fmla="*/ 0 w 914400"/>
                <a:gd name="connsiteY3" fmla="*/ 1207363 h 1207363"/>
                <a:gd name="connsiteX4" fmla="*/ 0 w 914400"/>
                <a:gd name="connsiteY4" fmla="*/ 292963 h 1207363"/>
                <a:gd name="connsiteX0" fmla="*/ 612559 w 914400"/>
                <a:gd name="connsiteY0" fmla="*/ 8877 h 1207363"/>
                <a:gd name="connsiteX1" fmla="*/ 914400 w 914400"/>
                <a:gd name="connsiteY1" fmla="*/ 0 h 1207363"/>
                <a:gd name="connsiteX2" fmla="*/ 914400 w 914400"/>
                <a:gd name="connsiteY2" fmla="*/ 1207363 h 1207363"/>
                <a:gd name="connsiteX3" fmla="*/ 0 w 914400"/>
                <a:gd name="connsiteY3" fmla="*/ 1207363 h 1207363"/>
                <a:gd name="connsiteX4" fmla="*/ 612559 w 914400"/>
                <a:gd name="connsiteY4" fmla="*/ 8877 h 1207363"/>
                <a:gd name="connsiteX0" fmla="*/ 0 w 301841"/>
                <a:gd name="connsiteY0" fmla="*/ 8877 h 1207363"/>
                <a:gd name="connsiteX1" fmla="*/ 301841 w 301841"/>
                <a:gd name="connsiteY1" fmla="*/ 0 h 1207363"/>
                <a:gd name="connsiteX2" fmla="*/ 301841 w 301841"/>
                <a:gd name="connsiteY2" fmla="*/ 1207363 h 1207363"/>
                <a:gd name="connsiteX3" fmla="*/ 186432 w 301841"/>
                <a:gd name="connsiteY3" fmla="*/ 408372 h 1207363"/>
                <a:gd name="connsiteX4" fmla="*/ 0 w 301841"/>
                <a:gd name="connsiteY4" fmla="*/ 8877 h 1207363"/>
                <a:gd name="connsiteX0" fmla="*/ 0 w 133166"/>
                <a:gd name="connsiteY0" fmla="*/ 0 h 1207364"/>
                <a:gd name="connsiteX1" fmla="*/ 133166 w 133166"/>
                <a:gd name="connsiteY1" fmla="*/ 1 h 1207364"/>
                <a:gd name="connsiteX2" fmla="*/ 133166 w 133166"/>
                <a:gd name="connsiteY2" fmla="*/ 1207364 h 1207364"/>
                <a:gd name="connsiteX3" fmla="*/ 17757 w 133166"/>
                <a:gd name="connsiteY3" fmla="*/ 408373 h 1207364"/>
                <a:gd name="connsiteX4" fmla="*/ 0 w 133166"/>
                <a:gd name="connsiteY4" fmla="*/ 0 h 1207364"/>
                <a:gd name="connsiteX0" fmla="*/ 0 w 142044"/>
                <a:gd name="connsiteY0" fmla="*/ 0 h 408373"/>
                <a:gd name="connsiteX1" fmla="*/ 133166 w 142044"/>
                <a:gd name="connsiteY1" fmla="*/ 1 h 408373"/>
                <a:gd name="connsiteX2" fmla="*/ 142044 w 142044"/>
                <a:gd name="connsiteY2" fmla="*/ 301842 h 408373"/>
                <a:gd name="connsiteX3" fmla="*/ 17757 w 142044"/>
                <a:gd name="connsiteY3" fmla="*/ 408373 h 408373"/>
                <a:gd name="connsiteX4" fmla="*/ 0 w 142044"/>
                <a:gd name="connsiteY4" fmla="*/ 0 h 408373"/>
                <a:gd name="connsiteX0" fmla="*/ 0 w 133166"/>
                <a:gd name="connsiteY0" fmla="*/ 0 h 408373"/>
                <a:gd name="connsiteX1" fmla="*/ 133166 w 133166"/>
                <a:gd name="connsiteY1" fmla="*/ 1 h 408373"/>
                <a:gd name="connsiteX2" fmla="*/ 118293 w 133166"/>
                <a:gd name="connsiteY2" fmla="*/ 313717 h 408373"/>
                <a:gd name="connsiteX3" fmla="*/ 17757 w 133166"/>
                <a:gd name="connsiteY3" fmla="*/ 408373 h 408373"/>
                <a:gd name="connsiteX4" fmla="*/ 0 w 133166"/>
                <a:gd name="connsiteY4" fmla="*/ 0 h 408373"/>
                <a:gd name="connsiteX0" fmla="*/ 0 w 118293"/>
                <a:gd name="connsiteY0" fmla="*/ 5937 h 414310"/>
                <a:gd name="connsiteX1" fmla="*/ 115353 w 118293"/>
                <a:gd name="connsiteY1" fmla="*/ 0 h 414310"/>
                <a:gd name="connsiteX2" fmla="*/ 118293 w 118293"/>
                <a:gd name="connsiteY2" fmla="*/ 319654 h 414310"/>
                <a:gd name="connsiteX3" fmla="*/ 17757 w 118293"/>
                <a:gd name="connsiteY3" fmla="*/ 414310 h 414310"/>
                <a:gd name="connsiteX4" fmla="*/ 0 w 118293"/>
                <a:gd name="connsiteY4" fmla="*/ 5937 h 414310"/>
                <a:gd name="connsiteX0" fmla="*/ 0 w 118293"/>
                <a:gd name="connsiteY0" fmla="*/ 5937 h 366809"/>
                <a:gd name="connsiteX1" fmla="*/ 115353 w 118293"/>
                <a:gd name="connsiteY1" fmla="*/ 0 h 366809"/>
                <a:gd name="connsiteX2" fmla="*/ 118293 w 118293"/>
                <a:gd name="connsiteY2" fmla="*/ 319654 h 366809"/>
                <a:gd name="connsiteX3" fmla="*/ 5882 w 118293"/>
                <a:gd name="connsiteY3" fmla="*/ 366809 h 366809"/>
                <a:gd name="connsiteX4" fmla="*/ 0 w 118293"/>
                <a:gd name="connsiteY4" fmla="*/ 5937 h 366809"/>
                <a:gd name="connsiteX0" fmla="*/ 0 w 115353"/>
                <a:gd name="connsiteY0" fmla="*/ 5937 h 366809"/>
                <a:gd name="connsiteX1" fmla="*/ 115353 w 115353"/>
                <a:gd name="connsiteY1" fmla="*/ 0 h 366809"/>
                <a:gd name="connsiteX2" fmla="*/ 112356 w 115353"/>
                <a:gd name="connsiteY2" fmla="*/ 278091 h 366809"/>
                <a:gd name="connsiteX3" fmla="*/ 5882 w 115353"/>
                <a:gd name="connsiteY3" fmla="*/ 366809 h 366809"/>
                <a:gd name="connsiteX4" fmla="*/ 0 w 115353"/>
                <a:gd name="connsiteY4" fmla="*/ 5937 h 3668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353" h="366809">
                  <a:moveTo>
                    <a:pt x="0" y="5937"/>
                  </a:moveTo>
                  <a:lnTo>
                    <a:pt x="115353" y="0"/>
                  </a:lnTo>
                  <a:lnTo>
                    <a:pt x="112356" y="278091"/>
                  </a:lnTo>
                  <a:lnTo>
                    <a:pt x="5882" y="366809"/>
                  </a:lnTo>
                  <a:cubicBezTo>
                    <a:pt x="3921" y="246518"/>
                    <a:pt x="1961" y="126228"/>
                    <a:pt x="0" y="5937"/>
                  </a:cubicBezTo>
                  <a:close/>
                </a:path>
              </a:pathLst>
            </a:cu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2" name="Rectangle 6">
              <a:extLst>
                <a:ext uri="{FF2B5EF4-FFF2-40B4-BE49-F238E27FC236}">
                  <a16:creationId xmlns:a16="http://schemas.microsoft.com/office/drawing/2014/main" id="{C7E5B4DA-8BF8-4E04-AC15-15FBC1E6020B}"/>
                </a:ext>
              </a:extLst>
            </p:cNvPr>
            <p:cNvSpPr/>
            <p:nvPr/>
          </p:nvSpPr>
          <p:spPr>
            <a:xfrm flipH="1">
              <a:off x="1487532" y="2017033"/>
              <a:ext cx="2952328" cy="288033"/>
            </a:xfrm>
            <a:custGeom>
              <a:avLst/>
              <a:gdLst>
                <a:gd name="connsiteX0" fmla="*/ 0 w 5285462"/>
                <a:gd name="connsiteY0" fmla="*/ 0 h 576064"/>
                <a:gd name="connsiteX1" fmla="*/ 4724629 w 5285462"/>
                <a:gd name="connsiteY1" fmla="*/ 0 h 576064"/>
                <a:gd name="connsiteX2" fmla="*/ 5285462 w 5285462"/>
                <a:gd name="connsiteY2" fmla="*/ 576064 h 576064"/>
                <a:gd name="connsiteX3" fmla="*/ 0 w 5285462"/>
                <a:gd name="connsiteY3" fmla="*/ 576064 h 576064"/>
                <a:gd name="connsiteX4" fmla="*/ 0 w 5285462"/>
                <a:gd name="connsiteY4" fmla="*/ 0 h 5760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5462" h="576064">
                  <a:moveTo>
                    <a:pt x="0" y="0"/>
                  </a:moveTo>
                  <a:lnTo>
                    <a:pt x="4724629" y="0"/>
                  </a:lnTo>
                  <a:lnTo>
                    <a:pt x="5285462" y="576064"/>
                  </a:lnTo>
                  <a:lnTo>
                    <a:pt x="0" y="576064"/>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grpSp>
        <p:nvGrpSpPr>
          <p:cNvPr id="13" name="Group 12">
            <a:extLst>
              <a:ext uri="{FF2B5EF4-FFF2-40B4-BE49-F238E27FC236}">
                <a16:creationId xmlns:a16="http://schemas.microsoft.com/office/drawing/2014/main" id="{4CC6F952-4FCE-48E8-B904-03839C11B1F2}"/>
              </a:ext>
            </a:extLst>
          </p:cNvPr>
          <p:cNvGrpSpPr/>
          <p:nvPr/>
        </p:nvGrpSpPr>
        <p:grpSpPr>
          <a:xfrm>
            <a:off x="7919052" y="2306665"/>
            <a:ext cx="4003676" cy="475860"/>
            <a:chOff x="1487532" y="2017033"/>
            <a:chExt cx="2952328" cy="376914"/>
          </a:xfrm>
        </p:grpSpPr>
        <p:sp>
          <p:nvSpPr>
            <p:cNvPr id="14" name="Rectangle 9">
              <a:extLst>
                <a:ext uri="{FF2B5EF4-FFF2-40B4-BE49-F238E27FC236}">
                  <a16:creationId xmlns:a16="http://schemas.microsoft.com/office/drawing/2014/main" id="{68A61AB8-3AE0-473A-8C3B-C89B04A8F17B}"/>
                </a:ext>
              </a:extLst>
            </p:cNvPr>
            <p:cNvSpPr/>
            <p:nvPr/>
          </p:nvSpPr>
          <p:spPr>
            <a:xfrm>
              <a:off x="4319543" y="2027138"/>
              <a:ext cx="115353" cy="366809"/>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 name="connsiteX4" fmla="*/ 0 w 914400"/>
                <a:gd name="connsiteY4" fmla="*/ 0 h 914400"/>
                <a:gd name="connsiteX0" fmla="*/ 0 w 914400"/>
                <a:gd name="connsiteY0" fmla="*/ 292963 h 1207363"/>
                <a:gd name="connsiteX1" fmla="*/ 914400 w 914400"/>
                <a:gd name="connsiteY1" fmla="*/ 0 h 1207363"/>
                <a:gd name="connsiteX2" fmla="*/ 914400 w 914400"/>
                <a:gd name="connsiteY2" fmla="*/ 1207363 h 1207363"/>
                <a:gd name="connsiteX3" fmla="*/ 0 w 914400"/>
                <a:gd name="connsiteY3" fmla="*/ 1207363 h 1207363"/>
                <a:gd name="connsiteX4" fmla="*/ 0 w 914400"/>
                <a:gd name="connsiteY4" fmla="*/ 292963 h 1207363"/>
                <a:gd name="connsiteX0" fmla="*/ 612559 w 914400"/>
                <a:gd name="connsiteY0" fmla="*/ 8877 h 1207363"/>
                <a:gd name="connsiteX1" fmla="*/ 914400 w 914400"/>
                <a:gd name="connsiteY1" fmla="*/ 0 h 1207363"/>
                <a:gd name="connsiteX2" fmla="*/ 914400 w 914400"/>
                <a:gd name="connsiteY2" fmla="*/ 1207363 h 1207363"/>
                <a:gd name="connsiteX3" fmla="*/ 0 w 914400"/>
                <a:gd name="connsiteY3" fmla="*/ 1207363 h 1207363"/>
                <a:gd name="connsiteX4" fmla="*/ 612559 w 914400"/>
                <a:gd name="connsiteY4" fmla="*/ 8877 h 1207363"/>
                <a:gd name="connsiteX0" fmla="*/ 0 w 301841"/>
                <a:gd name="connsiteY0" fmla="*/ 8877 h 1207363"/>
                <a:gd name="connsiteX1" fmla="*/ 301841 w 301841"/>
                <a:gd name="connsiteY1" fmla="*/ 0 h 1207363"/>
                <a:gd name="connsiteX2" fmla="*/ 301841 w 301841"/>
                <a:gd name="connsiteY2" fmla="*/ 1207363 h 1207363"/>
                <a:gd name="connsiteX3" fmla="*/ 186432 w 301841"/>
                <a:gd name="connsiteY3" fmla="*/ 408372 h 1207363"/>
                <a:gd name="connsiteX4" fmla="*/ 0 w 301841"/>
                <a:gd name="connsiteY4" fmla="*/ 8877 h 1207363"/>
                <a:gd name="connsiteX0" fmla="*/ 0 w 133166"/>
                <a:gd name="connsiteY0" fmla="*/ 0 h 1207364"/>
                <a:gd name="connsiteX1" fmla="*/ 133166 w 133166"/>
                <a:gd name="connsiteY1" fmla="*/ 1 h 1207364"/>
                <a:gd name="connsiteX2" fmla="*/ 133166 w 133166"/>
                <a:gd name="connsiteY2" fmla="*/ 1207364 h 1207364"/>
                <a:gd name="connsiteX3" fmla="*/ 17757 w 133166"/>
                <a:gd name="connsiteY3" fmla="*/ 408373 h 1207364"/>
                <a:gd name="connsiteX4" fmla="*/ 0 w 133166"/>
                <a:gd name="connsiteY4" fmla="*/ 0 h 1207364"/>
                <a:gd name="connsiteX0" fmla="*/ 0 w 142044"/>
                <a:gd name="connsiteY0" fmla="*/ 0 h 408373"/>
                <a:gd name="connsiteX1" fmla="*/ 133166 w 142044"/>
                <a:gd name="connsiteY1" fmla="*/ 1 h 408373"/>
                <a:gd name="connsiteX2" fmla="*/ 142044 w 142044"/>
                <a:gd name="connsiteY2" fmla="*/ 301842 h 408373"/>
                <a:gd name="connsiteX3" fmla="*/ 17757 w 142044"/>
                <a:gd name="connsiteY3" fmla="*/ 408373 h 408373"/>
                <a:gd name="connsiteX4" fmla="*/ 0 w 142044"/>
                <a:gd name="connsiteY4" fmla="*/ 0 h 408373"/>
                <a:gd name="connsiteX0" fmla="*/ 0 w 133166"/>
                <a:gd name="connsiteY0" fmla="*/ 0 h 408373"/>
                <a:gd name="connsiteX1" fmla="*/ 133166 w 133166"/>
                <a:gd name="connsiteY1" fmla="*/ 1 h 408373"/>
                <a:gd name="connsiteX2" fmla="*/ 118293 w 133166"/>
                <a:gd name="connsiteY2" fmla="*/ 313717 h 408373"/>
                <a:gd name="connsiteX3" fmla="*/ 17757 w 133166"/>
                <a:gd name="connsiteY3" fmla="*/ 408373 h 408373"/>
                <a:gd name="connsiteX4" fmla="*/ 0 w 133166"/>
                <a:gd name="connsiteY4" fmla="*/ 0 h 408373"/>
                <a:gd name="connsiteX0" fmla="*/ 0 w 118293"/>
                <a:gd name="connsiteY0" fmla="*/ 5937 h 414310"/>
                <a:gd name="connsiteX1" fmla="*/ 115353 w 118293"/>
                <a:gd name="connsiteY1" fmla="*/ 0 h 414310"/>
                <a:gd name="connsiteX2" fmla="*/ 118293 w 118293"/>
                <a:gd name="connsiteY2" fmla="*/ 319654 h 414310"/>
                <a:gd name="connsiteX3" fmla="*/ 17757 w 118293"/>
                <a:gd name="connsiteY3" fmla="*/ 414310 h 414310"/>
                <a:gd name="connsiteX4" fmla="*/ 0 w 118293"/>
                <a:gd name="connsiteY4" fmla="*/ 5937 h 414310"/>
                <a:gd name="connsiteX0" fmla="*/ 0 w 118293"/>
                <a:gd name="connsiteY0" fmla="*/ 5937 h 366809"/>
                <a:gd name="connsiteX1" fmla="*/ 115353 w 118293"/>
                <a:gd name="connsiteY1" fmla="*/ 0 h 366809"/>
                <a:gd name="connsiteX2" fmla="*/ 118293 w 118293"/>
                <a:gd name="connsiteY2" fmla="*/ 319654 h 366809"/>
                <a:gd name="connsiteX3" fmla="*/ 5882 w 118293"/>
                <a:gd name="connsiteY3" fmla="*/ 366809 h 366809"/>
                <a:gd name="connsiteX4" fmla="*/ 0 w 118293"/>
                <a:gd name="connsiteY4" fmla="*/ 5937 h 366809"/>
                <a:gd name="connsiteX0" fmla="*/ 0 w 115353"/>
                <a:gd name="connsiteY0" fmla="*/ 5937 h 366809"/>
                <a:gd name="connsiteX1" fmla="*/ 115353 w 115353"/>
                <a:gd name="connsiteY1" fmla="*/ 0 h 366809"/>
                <a:gd name="connsiteX2" fmla="*/ 112356 w 115353"/>
                <a:gd name="connsiteY2" fmla="*/ 278091 h 366809"/>
                <a:gd name="connsiteX3" fmla="*/ 5882 w 115353"/>
                <a:gd name="connsiteY3" fmla="*/ 366809 h 366809"/>
                <a:gd name="connsiteX4" fmla="*/ 0 w 115353"/>
                <a:gd name="connsiteY4" fmla="*/ 5937 h 3668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353" h="366809">
                  <a:moveTo>
                    <a:pt x="0" y="5937"/>
                  </a:moveTo>
                  <a:lnTo>
                    <a:pt x="115353" y="0"/>
                  </a:lnTo>
                  <a:lnTo>
                    <a:pt x="112356" y="278091"/>
                  </a:lnTo>
                  <a:lnTo>
                    <a:pt x="5882" y="366809"/>
                  </a:lnTo>
                  <a:cubicBezTo>
                    <a:pt x="3921" y="246518"/>
                    <a:pt x="1961" y="126228"/>
                    <a:pt x="0" y="5937"/>
                  </a:cubicBezTo>
                  <a:close/>
                </a:path>
              </a:pathLst>
            </a:cu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5" name="Rectangle 6">
              <a:extLst>
                <a:ext uri="{FF2B5EF4-FFF2-40B4-BE49-F238E27FC236}">
                  <a16:creationId xmlns:a16="http://schemas.microsoft.com/office/drawing/2014/main" id="{1F531FAC-41FA-43E7-8507-0642DBDACB5C}"/>
                </a:ext>
              </a:extLst>
            </p:cNvPr>
            <p:cNvSpPr/>
            <p:nvPr/>
          </p:nvSpPr>
          <p:spPr>
            <a:xfrm flipH="1">
              <a:off x="1487532" y="2017033"/>
              <a:ext cx="2952328" cy="288033"/>
            </a:xfrm>
            <a:custGeom>
              <a:avLst/>
              <a:gdLst>
                <a:gd name="connsiteX0" fmla="*/ 0 w 5285462"/>
                <a:gd name="connsiteY0" fmla="*/ 0 h 576064"/>
                <a:gd name="connsiteX1" fmla="*/ 4724629 w 5285462"/>
                <a:gd name="connsiteY1" fmla="*/ 0 h 576064"/>
                <a:gd name="connsiteX2" fmla="*/ 5285462 w 5285462"/>
                <a:gd name="connsiteY2" fmla="*/ 576064 h 576064"/>
                <a:gd name="connsiteX3" fmla="*/ 0 w 5285462"/>
                <a:gd name="connsiteY3" fmla="*/ 576064 h 576064"/>
                <a:gd name="connsiteX4" fmla="*/ 0 w 5285462"/>
                <a:gd name="connsiteY4" fmla="*/ 0 h 5760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5462" h="576064">
                  <a:moveTo>
                    <a:pt x="0" y="0"/>
                  </a:moveTo>
                  <a:lnTo>
                    <a:pt x="4724629" y="0"/>
                  </a:lnTo>
                  <a:lnTo>
                    <a:pt x="5285462" y="576064"/>
                  </a:lnTo>
                  <a:lnTo>
                    <a:pt x="0" y="576064"/>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grpSp>
        <p:nvGrpSpPr>
          <p:cNvPr id="16" name="Group 15">
            <a:extLst>
              <a:ext uri="{FF2B5EF4-FFF2-40B4-BE49-F238E27FC236}">
                <a16:creationId xmlns:a16="http://schemas.microsoft.com/office/drawing/2014/main" id="{8476D29A-0FC5-42F2-9B1F-25B0B6517E4F}"/>
              </a:ext>
            </a:extLst>
          </p:cNvPr>
          <p:cNvGrpSpPr/>
          <p:nvPr/>
        </p:nvGrpSpPr>
        <p:grpSpPr>
          <a:xfrm>
            <a:off x="7903692" y="3922923"/>
            <a:ext cx="4003676" cy="475860"/>
            <a:chOff x="1487532" y="2017033"/>
            <a:chExt cx="2952328" cy="376914"/>
          </a:xfrm>
        </p:grpSpPr>
        <p:sp>
          <p:nvSpPr>
            <p:cNvPr id="17" name="Rectangle 9">
              <a:extLst>
                <a:ext uri="{FF2B5EF4-FFF2-40B4-BE49-F238E27FC236}">
                  <a16:creationId xmlns:a16="http://schemas.microsoft.com/office/drawing/2014/main" id="{28721C94-BEF6-4002-9ED4-B25B436D0D59}"/>
                </a:ext>
              </a:extLst>
            </p:cNvPr>
            <p:cNvSpPr/>
            <p:nvPr/>
          </p:nvSpPr>
          <p:spPr>
            <a:xfrm>
              <a:off x="4319543" y="2027138"/>
              <a:ext cx="115353" cy="366809"/>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 name="connsiteX4" fmla="*/ 0 w 914400"/>
                <a:gd name="connsiteY4" fmla="*/ 0 h 914400"/>
                <a:gd name="connsiteX0" fmla="*/ 0 w 914400"/>
                <a:gd name="connsiteY0" fmla="*/ 292963 h 1207363"/>
                <a:gd name="connsiteX1" fmla="*/ 914400 w 914400"/>
                <a:gd name="connsiteY1" fmla="*/ 0 h 1207363"/>
                <a:gd name="connsiteX2" fmla="*/ 914400 w 914400"/>
                <a:gd name="connsiteY2" fmla="*/ 1207363 h 1207363"/>
                <a:gd name="connsiteX3" fmla="*/ 0 w 914400"/>
                <a:gd name="connsiteY3" fmla="*/ 1207363 h 1207363"/>
                <a:gd name="connsiteX4" fmla="*/ 0 w 914400"/>
                <a:gd name="connsiteY4" fmla="*/ 292963 h 1207363"/>
                <a:gd name="connsiteX0" fmla="*/ 612559 w 914400"/>
                <a:gd name="connsiteY0" fmla="*/ 8877 h 1207363"/>
                <a:gd name="connsiteX1" fmla="*/ 914400 w 914400"/>
                <a:gd name="connsiteY1" fmla="*/ 0 h 1207363"/>
                <a:gd name="connsiteX2" fmla="*/ 914400 w 914400"/>
                <a:gd name="connsiteY2" fmla="*/ 1207363 h 1207363"/>
                <a:gd name="connsiteX3" fmla="*/ 0 w 914400"/>
                <a:gd name="connsiteY3" fmla="*/ 1207363 h 1207363"/>
                <a:gd name="connsiteX4" fmla="*/ 612559 w 914400"/>
                <a:gd name="connsiteY4" fmla="*/ 8877 h 1207363"/>
                <a:gd name="connsiteX0" fmla="*/ 0 w 301841"/>
                <a:gd name="connsiteY0" fmla="*/ 8877 h 1207363"/>
                <a:gd name="connsiteX1" fmla="*/ 301841 w 301841"/>
                <a:gd name="connsiteY1" fmla="*/ 0 h 1207363"/>
                <a:gd name="connsiteX2" fmla="*/ 301841 w 301841"/>
                <a:gd name="connsiteY2" fmla="*/ 1207363 h 1207363"/>
                <a:gd name="connsiteX3" fmla="*/ 186432 w 301841"/>
                <a:gd name="connsiteY3" fmla="*/ 408372 h 1207363"/>
                <a:gd name="connsiteX4" fmla="*/ 0 w 301841"/>
                <a:gd name="connsiteY4" fmla="*/ 8877 h 1207363"/>
                <a:gd name="connsiteX0" fmla="*/ 0 w 133166"/>
                <a:gd name="connsiteY0" fmla="*/ 0 h 1207364"/>
                <a:gd name="connsiteX1" fmla="*/ 133166 w 133166"/>
                <a:gd name="connsiteY1" fmla="*/ 1 h 1207364"/>
                <a:gd name="connsiteX2" fmla="*/ 133166 w 133166"/>
                <a:gd name="connsiteY2" fmla="*/ 1207364 h 1207364"/>
                <a:gd name="connsiteX3" fmla="*/ 17757 w 133166"/>
                <a:gd name="connsiteY3" fmla="*/ 408373 h 1207364"/>
                <a:gd name="connsiteX4" fmla="*/ 0 w 133166"/>
                <a:gd name="connsiteY4" fmla="*/ 0 h 1207364"/>
                <a:gd name="connsiteX0" fmla="*/ 0 w 142044"/>
                <a:gd name="connsiteY0" fmla="*/ 0 h 408373"/>
                <a:gd name="connsiteX1" fmla="*/ 133166 w 142044"/>
                <a:gd name="connsiteY1" fmla="*/ 1 h 408373"/>
                <a:gd name="connsiteX2" fmla="*/ 142044 w 142044"/>
                <a:gd name="connsiteY2" fmla="*/ 301842 h 408373"/>
                <a:gd name="connsiteX3" fmla="*/ 17757 w 142044"/>
                <a:gd name="connsiteY3" fmla="*/ 408373 h 408373"/>
                <a:gd name="connsiteX4" fmla="*/ 0 w 142044"/>
                <a:gd name="connsiteY4" fmla="*/ 0 h 408373"/>
                <a:gd name="connsiteX0" fmla="*/ 0 w 133166"/>
                <a:gd name="connsiteY0" fmla="*/ 0 h 408373"/>
                <a:gd name="connsiteX1" fmla="*/ 133166 w 133166"/>
                <a:gd name="connsiteY1" fmla="*/ 1 h 408373"/>
                <a:gd name="connsiteX2" fmla="*/ 118293 w 133166"/>
                <a:gd name="connsiteY2" fmla="*/ 313717 h 408373"/>
                <a:gd name="connsiteX3" fmla="*/ 17757 w 133166"/>
                <a:gd name="connsiteY3" fmla="*/ 408373 h 408373"/>
                <a:gd name="connsiteX4" fmla="*/ 0 w 133166"/>
                <a:gd name="connsiteY4" fmla="*/ 0 h 408373"/>
                <a:gd name="connsiteX0" fmla="*/ 0 w 118293"/>
                <a:gd name="connsiteY0" fmla="*/ 5937 h 414310"/>
                <a:gd name="connsiteX1" fmla="*/ 115353 w 118293"/>
                <a:gd name="connsiteY1" fmla="*/ 0 h 414310"/>
                <a:gd name="connsiteX2" fmla="*/ 118293 w 118293"/>
                <a:gd name="connsiteY2" fmla="*/ 319654 h 414310"/>
                <a:gd name="connsiteX3" fmla="*/ 17757 w 118293"/>
                <a:gd name="connsiteY3" fmla="*/ 414310 h 414310"/>
                <a:gd name="connsiteX4" fmla="*/ 0 w 118293"/>
                <a:gd name="connsiteY4" fmla="*/ 5937 h 414310"/>
                <a:gd name="connsiteX0" fmla="*/ 0 w 118293"/>
                <a:gd name="connsiteY0" fmla="*/ 5937 h 366809"/>
                <a:gd name="connsiteX1" fmla="*/ 115353 w 118293"/>
                <a:gd name="connsiteY1" fmla="*/ 0 h 366809"/>
                <a:gd name="connsiteX2" fmla="*/ 118293 w 118293"/>
                <a:gd name="connsiteY2" fmla="*/ 319654 h 366809"/>
                <a:gd name="connsiteX3" fmla="*/ 5882 w 118293"/>
                <a:gd name="connsiteY3" fmla="*/ 366809 h 366809"/>
                <a:gd name="connsiteX4" fmla="*/ 0 w 118293"/>
                <a:gd name="connsiteY4" fmla="*/ 5937 h 366809"/>
                <a:gd name="connsiteX0" fmla="*/ 0 w 115353"/>
                <a:gd name="connsiteY0" fmla="*/ 5937 h 366809"/>
                <a:gd name="connsiteX1" fmla="*/ 115353 w 115353"/>
                <a:gd name="connsiteY1" fmla="*/ 0 h 366809"/>
                <a:gd name="connsiteX2" fmla="*/ 112356 w 115353"/>
                <a:gd name="connsiteY2" fmla="*/ 278091 h 366809"/>
                <a:gd name="connsiteX3" fmla="*/ 5882 w 115353"/>
                <a:gd name="connsiteY3" fmla="*/ 366809 h 366809"/>
                <a:gd name="connsiteX4" fmla="*/ 0 w 115353"/>
                <a:gd name="connsiteY4" fmla="*/ 5937 h 3668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353" h="366809">
                  <a:moveTo>
                    <a:pt x="0" y="5937"/>
                  </a:moveTo>
                  <a:lnTo>
                    <a:pt x="115353" y="0"/>
                  </a:lnTo>
                  <a:lnTo>
                    <a:pt x="112356" y="278091"/>
                  </a:lnTo>
                  <a:lnTo>
                    <a:pt x="5882" y="366809"/>
                  </a:lnTo>
                  <a:cubicBezTo>
                    <a:pt x="3921" y="246518"/>
                    <a:pt x="1961" y="126228"/>
                    <a:pt x="0" y="5937"/>
                  </a:cubicBezTo>
                  <a:close/>
                </a:path>
              </a:pathLst>
            </a:cu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8" name="Rectangle 6">
              <a:extLst>
                <a:ext uri="{FF2B5EF4-FFF2-40B4-BE49-F238E27FC236}">
                  <a16:creationId xmlns:a16="http://schemas.microsoft.com/office/drawing/2014/main" id="{04458C3C-6339-47BC-B83B-815C57A36581}"/>
                </a:ext>
              </a:extLst>
            </p:cNvPr>
            <p:cNvSpPr/>
            <p:nvPr/>
          </p:nvSpPr>
          <p:spPr>
            <a:xfrm flipH="1">
              <a:off x="1487532" y="2017033"/>
              <a:ext cx="2952328" cy="288033"/>
            </a:xfrm>
            <a:custGeom>
              <a:avLst/>
              <a:gdLst>
                <a:gd name="connsiteX0" fmla="*/ 0 w 5285462"/>
                <a:gd name="connsiteY0" fmla="*/ 0 h 576064"/>
                <a:gd name="connsiteX1" fmla="*/ 4724629 w 5285462"/>
                <a:gd name="connsiteY1" fmla="*/ 0 h 576064"/>
                <a:gd name="connsiteX2" fmla="*/ 5285462 w 5285462"/>
                <a:gd name="connsiteY2" fmla="*/ 576064 h 576064"/>
                <a:gd name="connsiteX3" fmla="*/ 0 w 5285462"/>
                <a:gd name="connsiteY3" fmla="*/ 576064 h 576064"/>
                <a:gd name="connsiteX4" fmla="*/ 0 w 5285462"/>
                <a:gd name="connsiteY4" fmla="*/ 0 h 5760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5462" h="576064">
                  <a:moveTo>
                    <a:pt x="0" y="0"/>
                  </a:moveTo>
                  <a:lnTo>
                    <a:pt x="4724629" y="0"/>
                  </a:lnTo>
                  <a:lnTo>
                    <a:pt x="5285462" y="576064"/>
                  </a:lnTo>
                  <a:lnTo>
                    <a:pt x="0" y="576064"/>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grpSp>
        <p:nvGrpSpPr>
          <p:cNvPr id="19" name="Group 18">
            <a:extLst>
              <a:ext uri="{FF2B5EF4-FFF2-40B4-BE49-F238E27FC236}">
                <a16:creationId xmlns:a16="http://schemas.microsoft.com/office/drawing/2014/main" id="{8164ED04-E5AA-41A5-B30A-3A220607DCB4}"/>
              </a:ext>
            </a:extLst>
          </p:cNvPr>
          <p:cNvGrpSpPr/>
          <p:nvPr/>
        </p:nvGrpSpPr>
        <p:grpSpPr>
          <a:xfrm>
            <a:off x="7923855" y="5234887"/>
            <a:ext cx="4003676" cy="475860"/>
            <a:chOff x="1487532" y="2017033"/>
            <a:chExt cx="2952328" cy="376914"/>
          </a:xfrm>
        </p:grpSpPr>
        <p:sp>
          <p:nvSpPr>
            <p:cNvPr id="20" name="Rectangle 9">
              <a:extLst>
                <a:ext uri="{FF2B5EF4-FFF2-40B4-BE49-F238E27FC236}">
                  <a16:creationId xmlns:a16="http://schemas.microsoft.com/office/drawing/2014/main" id="{A0EA57AA-0746-44C1-BE1F-45EFAD8C916C}"/>
                </a:ext>
              </a:extLst>
            </p:cNvPr>
            <p:cNvSpPr/>
            <p:nvPr/>
          </p:nvSpPr>
          <p:spPr>
            <a:xfrm>
              <a:off x="4319543" y="2027138"/>
              <a:ext cx="115353" cy="366809"/>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 name="connsiteX4" fmla="*/ 0 w 914400"/>
                <a:gd name="connsiteY4" fmla="*/ 0 h 914400"/>
                <a:gd name="connsiteX0" fmla="*/ 0 w 914400"/>
                <a:gd name="connsiteY0" fmla="*/ 292963 h 1207363"/>
                <a:gd name="connsiteX1" fmla="*/ 914400 w 914400"/>
                <a:gd name="connsiteY1" fmla="*/ 0 h 1207363"/>
                <a:gd name="connsiteX2" fmla="*/ 914400 w 914400"/>
                <a:gd name="connsiteY2" fmla="*/ 1207363 h 1207363"/>
                <a:gd name="connsiteX3" fmla="*/ 0 w 914400"/>
                <a:gd name="connsiteY3" fmla="*/ 1207363 h 1207363"/>
                <a:gd name="connsiteX4" fmla="*/ 0 w 914400"/>
                <a:gd name="connsiteY4" fmla="*/ 292963 h 1207363"/>
                <a:gd name="connsiteX0" fmla="*/ 612559 w 914400"/>
                <a:gd name="connsiteY0" fmla="*/ 8877 h 1207363"/>
                <a:gd name="connsiteX1" fmla="*/ 914400 w 914400"/>
                <a:gd name="connsiteY1" fmla="*/ 0 h 1207363"/>
                <a:gd name="connsiteX2" fmla="*/ 914400 w 914400"/>
                <a:gd name="connsiteY2" fmla="*/ 1207363 h 1207363"/>
                <a:gd name="connsiteX3" fmla="*/ 0 w 914400"/>
                <a:gd name="connsiteY3" fmla="*/ 1207363 h 1207363"/>
                <a:gd name="connsiteX4" fmla="*/ 612559 w 914400"/>
                <a:gd name="connsiteY4" fmla="*/ 8877 h 1207363"/>
                <a:gd name="connsiteX0" fmla="*/ 0 w 301841"/>
                <a:gd name="connsiteY0" fmla="*/ 8877 h 1207363"/>
                <a:gd name="connsiteX1" fmla="*/ 301841 w 301841"/>
                <a:gd name="connsiteY1" fmla="*/ 0 h 1207363"/>
                <a:gd name="connsiteX2" fmla="*/ 301841 w 301841"/>
                <a:gd name="connsiteY2" fmla="*/ 1207363 h 1207363"/>
                <a:gd name="connsiteX3" fmla="*/ 186432 w 301841"/>
                <a:gd name="connsiteY3" fmla="*/ 408372 h 1207363"/>
                <a:gd name="connsiteX4" fmla="*/ 0 w 301841"/>
                <a:gd name="connsiteY4" fmla="*/ 8877 h 1207363"/>
                <a:gd name="connsiteX0" fmla="*/ 0 w 133166"/>
                <a:gd name="connsiteY0" fmla="*/ 0 h 1207364"/>
                <a:gd name="connsiteX1" fmla="*/ 133166 w 133166"/>
                <a:gd name="connsiteY1" fmla="*/ 1 h 1207364"/>
                <a:gd name="connsiteX2" fmla="*/ 133166 w 133166"/>
                <a:gd name="connsiteY2" fmla="*/ 1207364 h 1207364"/>
                <a:gd name="connsiteX3" fmla="*/ 17757 w 133166"/>
                <a:gd name="connsiteY3" fmla="*/ 408373 h 1207364"/>
                <a:gd name="connsiteX4" fmla="*/ 0 w 133166"/>
                <a:gd name="connsiteY4" fmla="*/ 0 h 1207364"/>
                <a:gd name="connsiteX0" fmla="*/ 0 w 142044"/>
                <a:gd name="connsiteY0" fmla="*/ 0 h 408373"/>
                <a:gd name="connsiteX1" fmla="*/ 133166 w 142044"/>
                <a:gd name="connsiteY1" fmla="*/ 1 h 408373"/>
                <a:gd name="connsiteX2" fmla="*/ 142044 w 142044"/>
                <a:gd name="connsiteY2" fmla="*/ 301842 h 408373"/>
                <a:gd name="connsiteX3" fmla="*/ 17757 w 142044"/>
                <a:gd name="connsiteY3" fmla="*/ 408373 h 408373"/>
                <a:gd name="connsiteX4" fmla="*/ 0 w 142044"/>
                <a:gd name="connsiteY4" fmla="*/ 0 h 408373"/>
                <a:gd name="connsiteX0" fmla="*/ 0 w 133166"/>
                <a:gd name="connsiteY0" fmla="*/ 0 h 408373"/>
                <a:gd name="connsiteX1" fmla="*/ 133166 w 133166"/>
                <a:gd name="connsiteY1" fmla="*/ 1 h 408373"/>
                <a:gd name="connsiteX2" fmla="*/ 118293 w 133166"/>
                <a:gd name="connsiteY2" fmla="*/ 313717 h 408373"/>
                <a:gd name="connsiteX3" fmla="*/ 17757 w 133166"/>
                <a:gd name="connsiteY3" fmla="*/ 408373 h 408373"/>
                <a:gd name="connsiteX4" fmla="*/ 0 w 133166"/>
                <a:gd name="connsiteY4" fmla="*/ 0 h 408373"/>
                <a:gd name="connsiteX0" fmla="*/ 0 w 118293"/>
                <a:gd name="connsiteY0" fmla="*/ 5937 h 414310"/>
                <a:gd name="connsiteX1" fmla="*/ 115353 w 118293"/>
                <a:gd name="connsiteY1" fmla="*/ 0 h 414310"/>
                <a:gd name="connsiteX2" fmla="*/ 118293 w 118293"/>
                <a:gd name="connsiteY2" fmla="*/ 319654 h 414310"/>
                <a:gd name="connsiteX3" fmla="*/ 17757 w 118293"/>
                <a:gd name="connsiteY3" fmla="*/ 414310 h 414310"/>
                <a:gd name="connsiteX4" fmla="*/ 0 w 118293"/>
                <a:gd name="connsiteY4" fmla="*/ 5937 h 414310"/>
                <a:gd name="connsiteX0" fmla="*/ 0 w 118293"/>
                <a:gd name="connsiteY0" fmla="*/ 5937 h 366809"/>
                <a:gd name="connsiteX1" fmla="*/ 115353 w 118293"/>
                <a:gd name="connsiteY1" fmla="*/ 0 h 366809"/>
                <a:gd name="connsiteX2" fmla="*/ 118293 w 118293"/>
                <a:gd name="connsiteY2" fmla="*/ 319654 h 366809"/>
                <a:gd name="connsiteX3" fmla="*/ 5882 w 118293"/>
                <a:gd name="connsiteY3" fmla="*/ 366809 h 366809"/>
                <a:gd name="connsiteX4" fmla="*/ 0 w 118293"/>
                <a:gd name="connsiteY4" fmla="*/ 5937 h 366809"/>
                <a:gd name="connsiteX0" fmla="*/ 0 w 115353"/>
                <a:gd name="connsiteY0" fmla="*/ 5937 h 366809"/>
                <a:gd name="connsiteX1" fmla="*/ 115353 w 115353"/>
                <a:gd name="connsiteY1" fmla="*/ 0 h 366809"/>
                <a:gd name="connsiteX2" fmla="*/ 112356 w 115353"/>
                <a:gd name="connsiteY2" fmla="*/ 278091 h 366809"/>
                <a:gd name="connsiteX3" fmla="*/ 5882 w 115353"/>
                <a:gd name="connsiteY3" fmla="*/ 366809 h 366809"/>
                <a:gd name="connsiteX4" fmla="*/ 0 w 115353"/>
                <a:gd name="connsiteY4" fmla="*/ 5937 h 3668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353" h="366809">
                  <a:moveTo>
                    <a:pt x="0" y="5937"/>
                  </a:moveTo>
                  <a:lnTo>
                    <a:pt x="115353" y="0"/>
                  </a:lnTo>
                  <a:lnTo>
                    <a:pt x="112356" y="278091"/>
                  </a:lnTo>
                  <a:lnTo>
                    <a:pt x="5882" y="366809"/>
                  </a:lnTo>
                  <a:cubicBezTo>
                    <a:pt x="3921" y="246518"/>
                    <a:pt x="1961" y="126228"/>
                    <a:pt x="0" y="5937"/>
                  </a:cubicBez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21" name="Rectangle 6">
              <a:extLst>
                <a:ext uri="{FF2B5EF4-FFF2-40B4-BE49-F238E27FC236}">
                  <a16:creationId xmlns:a16="http://schemas.microsoft.com/office/drawing/2014/main" id="{95EEB0DD-31EE-4C65-9B94-7C7EF746E546}"/>
                </a:ext>
              </a:extLst>
            </p:cNvPr>
            <p:cNvSpPr/>
            <p:nvPr/>
          </p:nvSpPr>
          <p:spPr>
            <a:xfrm flipH="1">
              <a:off x="1487532" y="2017033"/>
              <a:ext cx="2952328" cy="288033"/>
            </a:xfrm>
            <a:custGeom>
              <a:avLst/>
              <a:gdLst>
                <a:gd name="connsiteX0" fmla="*/ 0 w 5285462"/>
                <a:gd name="connsiteY0" fmla="*/ 0 h 576064"/>
                <a:gd name="connsiteX1" fmla="*/ 4724629 w 5285462"/>
                <a:gd name="connsiteY1" fmla="*/ 0 h 576064"/>
                <a:gd name="connsiteX2" fmla="*/ 5285462 w 5285462"/>
                <a:gd name="connsiteY2" fmla="*/ 576064 h 576064"/>
                <a:gd name="connsiteX3" fmla="*/ 0 w 5285462"/>
                <a:gd name="connsiteY3" fmla="*/ 576064 h 576064"/>
                <a:gd name="connsiteX4" fmla="*/ 0 w 5285462"/>
                <a:gd name="connsiteY4" fmla="*/ 0 h 5760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5462" h="576064">
                  <a:moveTo>
                    <a:pt x="0" y="0"/>
                  </a:moveTo>
                  <a:lnTo>
                    <a:pt x="4724629" y="0"/>
                  </a:lnTo>
                  <a:lnTo>
                    <a:pt x="5285462" y="576064"/>
                  </a:lnTo>
                  <a:lnTo>
                    <a:pt x="0" y="576064"/>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sp>
        <p:nvSpPr>
          <p:cNvPr id="22" name="TextBox 21">
            <a:extLst>
              <a:ext uri="{FF2B5EF4-FFF2-40B4-BE49-F238E27FC236}">
                <a16:creationId xmlns:a16="http://schemas.microsoft.com/office/drawing/2014/main" id="{C16055BF-2DEA-4B0B-A871-9576B735EF6D}"/>
              </a:ext>
            </a:extLst>
          </p:cNvPr>
          <p:cNvSpPr txBox="1"/>
          <p:nvPr/>
        </p:nvSpPr>
        <p:spPr>
          <a:xfrm>
            <a:off x="8588717" y="454079"/>
            <a:ext cx="2903328" cy="369332"/>
          </a:xfrm>
          <a:prstGeom prst="rect">
            <a:avLst/>
          </a:prstGeom>
          <a:noFill/>
        </p:spPr>
        <p:txBody>
          <a:bodyPr wrap="square" rtlCol="0" anchor="ctr">
            <a:spAutoFit/>
          </a:bodyPr>
          <a:lstStyle/>
          <a:p>
            <a:pPr algn="ctr"/>
            <a:r>
              <a:rPr lang="en-US" altLang="ko-KR" b="1" dirty="0">
                <a:solidFill>
                  <a:schemeClr val="bg1"/>
                </a:solidFill>
                <a:cs typeface="Arial" pitchFamily="34" charset="0"/>
              </a:rPr>
              <a:t>Administrator (Traffic Police)</a:t>
            </a:r>
            <a:endParaRPr lang="ko-KR" altLang="en-US" b="1" dirty="0">
              <a:solidFill>
                <a:schemeClr val="bg1"/>
              </a:solidFill>
            </a:endParaRPr>
          </a:p>
        </p:txBody>
      </p:sp>
      <p:sp>
        <p:nvSpPr>
          <p:cNvPr id="23" name="TextBox 22">
            <a:extLst>
              <a:ext uri="{FF2B5EF4-FFF2-40B4-BE49-F238E27FC236}">
                <a16:creationId xmlns:a16="http://schemas.microsoft.com/office/drawing/2014/main" id="{0F5C19A3-6BFE-4B02-8552-955CB182C737}"/>
              </a:ext>
            </a:extLst>
          </p:cNvPr>
          <p:cNvSpPr txBox="1"/>
          <p:nvPr/>
        </p:nvSpPr>
        <p:spPr>
          <a:xfrm>
            <a:off x="8623852" y="2294295"/>
            <a:ext cx="2903328" cy="369332"/>
          </a:xfrm>
          <a:prstGeom prst="rect">
            <a:avLst/>
          </a:prstGeom>
          <a:noFill/>
        </p:spPr>
        <p:txBody>
          <a:bodyPr wrap="square" rtlCol="0" anchor="ctr">
            <a:spAutoFit/>
          </a:bodyPr>
          <a:lstStyle/>
          <a:p>
            <a:pPr algn="ctr"/>
            <a:r>
              <a:rPr lang="en-US" altLang="ko-KR" b="1" dirty="0">
                <a:solidFill>
                  <a:schemeClr val="bg1"/>
                </a:solidFill>
                <a:cs typeface="Arial" pitchFamily="34" charset="0"/>
              </a:rPr>
              <a:t>Customer (Rider)</a:t>
            </a:r>
            <a:endParaRPr lang="ko-KR" altLang="en-US" b="1" dirty="0">
              <a:solidFill>
                <a:schemeClr val="bg1"/>
              </a:solidFill>
            </a:endParaRPr>
          </a:p>
        </p:txBody>
      </p:sp>
      <p:sp>
        <p:nvSpPr>
          <p:cNvPr id="24" name="TextBox 23">
            <a:extLst>
              <a:ext uri="{FF2B5EF4-FFF2-40B4-BE49-F238E27FC236}">
                <a16:creationId xmlns:a16="http://schemas.microsoft.com/office/drawing/2014/main" id="{37A2FA8C-BE32-4EF2-A355-6AE08B53CCEC}"/>
              </a:ext>
            </a:extLst>
          </p:cNvPr>
          <p:cNvSpPr txBox="1"/>
          <p:nvPr/>
        </p:nvSpPr>
        <p:spPr>
          <a:xfrm>
            <a:off x="8668675" y="3919559"/>
            <a:ext cx="2903328" cy="369332"/>
          </a:xfrm>
          <a:prstGeom prst="rect">
            <a:avLst/>
          </a:prstGeom>
          <a:noFill/>
        </p:spPr>
        <p:txBody>
          <a:bodyPr wrap="square" rtlCol="0" anchor="ctr">
            <a:spAutoFit/>
          </a:bodyPr>
          <a:lstStyle/>
          <a:p>
            <a:pPr algn="ctr"/>
            <a:r>
              <a:rPr lang="en-US" altLang="ko-KR" b="1" dirty="0">
                <a:solidFill>
                  <a:schemeClr val="bg1"/>
                </a:solidFill>
                <a:cs typeface="Arial" pitchFamily="34" charset="0"/>
              </a:rPr>
              <a:t>Manager (System Operators)</a:t>
            </a:r>
            <a:endParaRPr lang="ko-KR" altLang="en-US" b="1" dirty="0">
              <a:solidFill>
                <a:schemeClr val="bg1"/>
              </a:solidFill>
            </a:endParaRPr>
          </a:p>
        </p:txBody>
      </p:sp>
      <p:sp>
        <p:nvSpPr>
          <p:cNvPr id="25" name="TextBox 24">
            <a:extLst>
              <a:ext uri="{FF2B5EF4-FFF2-40B4-BE49-F238E27FC236}">
                <a16:creationId xmlns:a16="http://schemas.microsoft.com/office/drawing/2014/main" id="{57A73C63-1C70-4232-AFF1-D43E29861D48}"/>
              </a:ext>
            </a:extLst>
          </p:cNvPr>
          <p:cNvSpPr txBox="1"/>
          <p:nvPr/>
        </p:nvSpPr>
        <p:spPr>
          <a:xfrm>
            <a:off x="8279203" y="5153106"/>
            <a:ext cx="3676215" cy="523220"/>
          </a:xfrm>
          <a:prstGeom prst="rect">
            <a:avLst/>
          </a:prstGeom>
          <a:noFill/>
        </p:spPr>
        <p:txBody>
          <a:bodyPr wrap="square" rtlCol="0" anchor="ctr">
            <a:spAutoFit/>
          </a:bodyPr>
          <a:lstStyle/>
          <a:p>
            <a:pPr algn="ctr"/>
            <a:r>
              <a:rPr lang="en-IN" altLang="ko-KR" sz="1400" b="1" dirty="0">
                <a:solidFill>
                  <a:schemeClr val="bg1"/>
                </a:solidFill>
                <a:cs typeface="Arial" pitchFamily="34" charset="0"/>
              </a:rPr>
              <a:t>Technical Support (Maintenance and Development Team):</a:t>
            </a:r>
            <a:endParaRPr lang="ko-KR" altLang="en-US" sz="1400" b="1" dirty="0">
              <a:solidFill>
                <a:schemeClr val="bg1"/>
              </a:solidFill>
            </a:endParaRPr>
          </a:p>
        </p:txBody>
      </p:sp>
      <p:sp>
        <p:nvSpPr>
          <p:cNvPr id="26" name="TextBox 25">
            <a:extLst>
              <a:ext uri="{FF2B5EF4-FFF2-40B4-BE49-F238E27FC236}">
                <a16:creationId xmlns:a16="http://schemas.microsoft.com/office/drawing/2014/main" id="{A7786A9D-2BAF-47AF-A9A6-7981923EF8E8}"/>
              </a:ext>
            </a:extLst>
          </p:cNvPr>
          <p:cNvSpPr txBox="1"/>
          <p:nvPr/>
        </p:nvSpPr>
        <p:spPr>
          <a:xfrm>
            <a:off x="164103" y="1743585"/>
            <a:ext cx="926804" cy="3785652"/>
          </a:xfrm>
          <a:prstGeom prst="rect">
            <a:avLst/>
          </a:prstGeom>
          <a:noFill/>
        </p:spPr>
        <p:txBody>
          <a:bodyPr wrap="square" rtlCol="0" anchor="ctr">
            <a:spAutoFit/>
          </a:bodyPr>
          <a:lstStyle/>
          <a:p>
            <a:pPr algn="ctr"/>
            <a:r>
              <a:rPr lang="en-US" altLang="ko-KR" sz="4000" b="1" spc="2000" dirty="0">
                <a:solidFill>
                  <a:srgbClr val="7030A0"/>
                </a:solidFill>
                <a:cs typeface="Arial" pitchFamily="34" charset="0"/>
              </a:rPr>
              <a:t>MODULE</a:t>
            </a:r>
          </a:p>
        </p:txBody>
      </p:sp>
      <p:sp>
        <p:nvSpPr>
          <p:cNvPr id="27" name="TextBox 26">
            <a:extLst>
              <a:ext uri="{FF2B5EF4-FFF2-40B4-BE49-F238E27FC236}">
                <a16:creationId xmlns:a16="http://schemas.microsoft.com/office/drawing/2014/main" id="{602027A0-F6DA-1A4D-57D9-C3485D2C4EBE}"/>
              </a:ext>
            </a:extLst>
          </p:cNvPr>
          <p:cNvSpPr txBox="1"/>
          <p:nvPr/>
        </p:nvSpPr>
        <p:spPr>
          <a:xfrm>
            <a:off x="1623526" y="6442166"/>
            <a:ext cx="2855168" cy="369332"/>
          </a:xfrm>
          <a:prstGeom prst="rect">
            <a:avLst/>
          </a:prstGeom>
          <a:noFill/>
        </p:spPr>
        <p:txBody>
          <a:bodyPr wrap="square" rtlCol="0">
            <a:spAutoFit/>
          </a:bodyPr>
          <a:lstStyle/>
          <a:p>
            <a:r>
              <a:rPr lang="en-US" dirty="0">
                <a:hlinkClick r:id="rId2"/>
              </a:rPr>
              <a:t>BASE REASEARCH PAPER</a:t>
            </a:r>
            <a:endParaRPr lang="en-IN" dirty="0"/>
          </a:p>
        </p:txBody>
      </p:sp>
      <p:sp>
        <p:nvSpPr>
          <p:cNvPr id="28" name="TextBox 27">
            <a:extLst>
              <a:ext uri="{FF2B5EF4-FFF2-40B4-BE49-F238E27FC236}">
                <a16:creationId xmlns:a16="http://schemas.microsoft.com/office/drawing/2014/main" id="{95AF0D9D-AF0C-EE0B-255E-E298A4D3B48B}"/>
              </a:ext>
            </a:extLst>
          </p:cNvPr>
          <p:cNvSpPr txBox="1"/>
          <p:nvPr/>
        </p:nvSpPr>
        <p:spPr>
          <a:xfrm>
            <a:off x="4179295" y="6442166"/>
            <a:ext cx="3079922" cy="369332"/>
          </a:xfrm>
          <a:prstGeom prst="rect">
            <a:avLst/>
          </a:prstGeom>
          <a:noFill/>
        </p:spPr>
        <p:txBody>
          <a:bodyPr wrap="square" rtlCol="0" anchor="ctr">
            <a:spAutoFit/>
          </a:bodyPr>
          <a:lstStyle/>
          <a:p>
            <a:r>
              <a:rPr lang="en-US" sz="1800" b="0" dirty="0">
                <a:hlinkClick r:id="rId3"/>
              </a:rPr>
              <a:t>Helmet_Detection_OCR_ANPR</a:t>
            </a:r>
            <a:endParaRPr lang="ko-KR" altLang="en-US" b="1" dirty="0">
              <a:solidFill>
                <a:srgbClr val="262626"/>
              </a:solidFill>
              <a:cs typeface="Arial" pitchFamily="34" charset="0"/>
            </a:endParaRPr>
          </a:p>
        </p:txBody>
      </p:sp>
      <p:sp>
        <p:nvSpPr>
          <p:cNvPr id="29" name="TextBox 28">
            <a:extLst>
              <a:ext uri="{FF2B5EF4-FFF2-40B4-BE49-F238E27FC236}">
                <a16:creationId xmlns:a16="http://schemas.microsoft.com/office/drawing/2014/main" id="{B147DD59-C886-DD6A-CB01-C206068437CC}"/>
              </a:ext>
            </a:extLst>
          </p:cNvPr>
          <p:cNvSpPr txBox="1"/>
          <p:nvPr/>
        </p:nvSpPr>
        <p:spPr>
          <a:xfrm>
            <a:off x="7259217" y="6460570"/>
            <a:ext cx="1996519" cy="369332"/>
          </a:xfrm>
          <a:prstGeom prst="rect">
            <a:avLst/>
          </a:prstGeom>
          <a:noFill/>
        </p:spPr>
        <p:txBody>
          <a:bodyPr wrap="square" rtlCol="0">
            <a:spAutoFit/>
          </a:bodyPr>
          <a:lstStyle/>
          <a:p>
            <a:r>
              <a:rPr lang="en-US" dirty="0">
                <a:hlinkClick r:id="rId4"/>
              </a:rPr>
              <a:t>Project GitHub Link</a:t>
            </a:r>
            <a:endParaRPr lang="en-IN" dirty="0"/>
          </a:p>
        </p:txBody>
      </p:sp>
    </p:spTree>
    <p:extLst>
      <p:ext uri="{BB962C8B-B14F-4D97-AF65-F5344CB8AC3E}">
        <p14:creationId xmlns:p14="http://schemas.microsoft.com/office/powerpoint/2010/main" val="1193069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1000" fill="hold"/>
                                        <p:tgtEl>
                                          <p:spTgt spid="6"/>
                                        </p:tgtEl>
                                        <p:attrNameLst>
                                          <p:attrName>ppt_w</p:attrName>
                                        </p:attrNameLst>
                                      </p:cBhvr>
                                      <p:tavLst>
                                        <p:tav tm="0">
                                          <p:val>
                                            <p:fltVal val="0"/>
                                          </p:val>
                                        </p:tav>
                                        <p:tav tm="100000">
                                          <p:val>
                                            <p:strVal val="#ppt_w"/>
                                          </p:val>
                                        </p:tav>
                                      </p:tavLst>
                                    </p:anim>
                                    <p:anim calcmode="lin" valueType="num">
                                      <p:cBhvr>
                                        <p:cTn id="24" dur="1000" fill="hold"/>
                                        <p:tgtEl>
                                          <p:spTgt spid="6"/>
                                        </p:tgtEl>
                                        <p:attrNameLst>
                                          <p:attrName>ppt_h</p:attrName>
                                        </p:attrNameLst>
                                      </p:cBhvr>
                                      <p:tavLst>
                                        <p:tav tm="0">
                                          <p:val>
                                            <p:fltVal val="0"/>
                                          </p:val>
                                        </p:tav>
                                        <p:tav tm="100000">
                                          <p:val>
                                            <p:strVal val="#ppt_h"/>
                                          </p:val>
                                        </p:tav>
                                      </p:tavLst>
                                    </p:anim>
                                    <p:anim calcmode="lin" valueType="num">
                                      <p:cBhvr>
                                        <p:cTn id="25" dur="1000" fill="hold"/>
                                        <p:tgtEl>
                                          <p:spTgt spid="6"/>
                                        </p:tgtEl>
                                        <p:attrNameLst>
                                          <p:attrName>style.rotation</p:attrName>
                                        </p:attrNameLst>
                                      </p:cBhvr>
                                      <p:tavLst>
                                        <p:tav tm="0">
                                          <p:val>
                                            <p:fltVal val="90"/>
                                          </p:val>
                                        </p:tav>
                                        <p:tav tm="100000">
                                          <p:val>
                                            <p:fltVal val="0"/>
                                          </p:val>
                                        </p:tav>
                                      </p:tavLst>
                                    </p:anim>
                                    <p:animEffect transition="in" filter="fade">
                                      <p:cBhvr>
                                        <p:cTn id="26" dur="10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1000" fill="hold"/>
                                        <p:tgtEl>
                                          <p:spTgt spid="7"/>
                                        </p:tgtEl>
                                        <p:attrNameLst>
                                          <p:attrName>ppt_w</p:attrName>
                                        </p:attrNameLst>
                                      </p:cBhvr>
                                      <p:tavLst>
                                        <p:tav tm="0">
                                          <p:val>
                                            <p:fltVal val="0"/>
                                          </p:val>
                                        </p:tav>
                                        <p:tav tm="100000">
                                          <p:val>
                                            <p:strVal val="#ppt_w"/>
                                          </p:val>
                                        </p:tav>
                                      </p:tavLst>
                                    </p:anim>
                                    <p:anim calcmode="lin" valueType="num">
                                      <p:cBhvr>
                                        <p:cTn id="32" dur="1000" fill="hold"/>
                                        <p:tgtEl>
                                          <p:spTgt spid="7"/>
                                        </p:tgtEl>
                                        <p:attrNameLst>
                                          <p:attrName>ppt_h</p:attrName>
                                        </p:attrNameLst>
                                      </p:cBhvr>
                                      <p:tavLst>
                                        <p:tav tm="0">
                                          <p:val>
                                            <p:fltVal val="0"/>
                                          </p:val>
                                        </p:tav>
                                        <p:tav tm="100000">
                                          <p:val>
                                            <p:strVal val="#ppt_h"/>
                                          </p:val>
                                        </p:tav>
                                      </p:tavLst>
                                    </p:anim>
                                    <p:anim calcmode="lin" valueType="num">
                                      <p:cBhvr>
                                        <p:cTn id="33" dur="1000" fill="hold"/>
                                        <p:tgtEl>
                                          <p:spTgt spid="7"/>
                                        </p:tgtEl>
                                        <p:attrNameLst>
                                          <p:attrName>style.rotation</p:attrName>
                                        </p:attrNameLst>
                                      </p:cBhvr>
                                      <p:tavLst>
                                        <p:tav tm="0">
                                          <p:val>
                                            <p:fltVal val="90"/>
                                          </p:val>
                                        </p:tav>
                                        <p:tav tm="100000">
                                          <p:val>
                                            <p:fltVal val="0"/>
                                          </p:val>
                                        </p:tav>
                                      </p:tavLst>
                                    </p:anim>
                                    <p:animEffect transition="in" filter="fade">
                                      <p:cBhvr>
                                        <p:cTn id="34" dur="10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anim calcmode="lin" valueType="num">
                                      <p:cBhvr>
                                        <p:cTn id="39" dur="1000" fill="hold"/>
                                        <p:tgtEl>
                                          <p:spTgt spid="8"/>
                                        </p:tgtEl>
                                        <p:attrNameLst>
                                          <p:attrName>ppt_w</p:attrName>
                                        </p:attrNameLst>
                                      </p:cBhvr>
                                      <p:tavLst>
                                        <p:tav tm="0">
                                          <p:val>
                                            <p:fltVal val="0"/>
                                          </p:val>
                                        </p:tav>
                                        <p:tav tm="100000">
                                          <p:val>
                                            <p:strVal val="#ppt_w"/>
                                          </p:val>
                                        </p:tav>
                                      </p:tavLst>
                                    </p:anim>
                                    <p:anim calcmode="lin" valueType="num">
                                      <p:cBhvr>
                                        <p:cTn id="40" dur="1000" fill="hold"/>
                                        <p:tgtEl>
                                          <p:spTgt spid="8"/>
                                        </p:tgtEl>
                                        <p:attrNameLst>
                                          <p:attrName>ppt_h</p:attrName>
                                        </p:attrNameLst>
                                      </p:cBhvr>
                                      <p:tavLst>
                                        <p:tav tm="0">
                                          <p:val>
                                            <p:fltVal val="0"/>
                                          </p:val>
                                        </p:tav>
                                        <p:tav tm="100000">
                                          <p:val>
                                            <p:strVal val="#ppt_h"/>
                                          </p:val>
                                        </p:tav>
                                      </p:tavLst>
                                    </p:anim>
                                    <p:anim calcmode="lin" valueType="num">
                                      <p:cBhvr>
                                        <p:cTn id="41" dur="1000" fill="hold"/>
                                        <p:tgtEl>
                                          <p:spTgt spid="8"/>
                                        </p:tgtEl>
                                        <p:attrNameLst>
                                          <p:attrName>style.rotation</p:attrName>
                                        </p:attrNameLst>
                                      </p:cBhvr>
                                      <p:tavLst>
                                        <p:tav tm="0">
                                          <p:val>
                                            <p:fltVal val="90"/>
                                          </p:val>
                                        </p:tav>
                                        <p:tav tm="100000">
                                          <p:val>
                                            <p:fltVal val="0"/>
                                          </p:val>
                                        </p:tav>
                                      </p:tavLst>
                                    </p:anim>
                                    <p:animEffect transition="in" filter="fade">
                                      <p:cBhvr>
                                        <p:cTn id="42" dur="1000"/>
                                        <p:tgtEl>
                                          <p:spTgt spid="8"/>
                                        </p:tgtEl>
                                      </p:cBhvr>
                                    </p:animEffect>
                                  </p:childTnLst>
                                </p:cTn>
                              </p:par>
                            </p:childTnLst>
                          </p:cTn>
                        </p:par>
                      </p:childTnLst>
                    </p:cTn>
                  </p:par>
                  <p:par>
                    <p:cTn id="43" fill="hold">
                      <p:stCondLst>
                        <p:cond delay="indefinite"/>
                      </p:stCondLst>
                      <p:childTnLst>
                        <p:par>
                          <p:cTn id="44" fill="hold">
                            <p:stCondLst>
                              <p:cond delay="0"/>
                            </p:stCondLst>
                            <p:childTnLst>
                              <p:par>
                                <p:cTn id="45" presetID="31" presetClass="entr" presetSubtype="0" fill="hold" grpId="0" nodeType="clickEffect">
                                  <p:stCondLst>
                                    <p:cond delay="0"/>
                                  </p:stCondLst>
                                  <p:childTnLst>
                                    <p:set>
                                      <p:cBhvr>
                                        <p:cTn id="46" dur="1" fill="hold">
                                          <p:stCondLst>
                                            <p:cond delay="0"/>
                                          </p:stCondLst>
                                        </p:cTn>
                                        <p:tgtEl>
                                          <p:spTgt spid="5"/>
                                        </p:tgtEl>
                                        <p:attrNameLst>
                                          <p:attrName>style.visibility</p:attrName>
                                        </p:attrNameLst>
                                      </p:cBhvr>
                                      <p:to>
                                        <p:strVal val="visible"/>
                                      </p:to>
                                    </p:set>
                                    <p:anim calcmode="lin" valueType="num">
                                      <p:cBhvr>
                                        <p:cTn id="47" dur="1000" fill="hold"/>
                                        <p:tgtEl>
                                          <p:spTgt spid="5"/>
                                        </p:tgtEl>
                                        <p:attrNameLst>
                                          <p:attrName>ppt_w</p:attrName>
                                        </p:attrNameLst>
                                      </p:cBhvr>
                                      <p:tavLst>
                                        <p:tav tm="0">
                                          <p:val>
                                            <p:fltVal val="0"/>
                                          </p:val>
                                        </p:tav>
                                        <p:tav tm="100000">
                                          <p:val>
                                            <p:strVal val="#ppt_w"/>
                                          </p:val>
                                        </p:tav>
                                      </p:tavLst>
                                    </p:anim>
                                    <p:anim calcmode="lin" valueType="num">
                                      <p:cBhvr>
                                        <p:cTn id="48" dur="1000" fill="hold"/>
                                        <p:tgtEl>
                                          <p:spTgt spid="5"/>
                                        </p:tgtEl>
                                        <p:attrNameLst>
                                          <p:attrName>ppt_h</p:attrName>
                                        </p:attrNameLst>
                                      </p:cBhvr>
                                      <p:tavLst>
                                        <p:tav tm="0">
                                          <p:val>
                                            <p:fltVal val="0"/>
                                          </p:val>
                                        </p:tav>
                                        <p:tav tm="100000">
                                          <p:val>
                                            <p:strVal val="#ppt_h"/>
                                          </p:val>
                                        </p:tav>
                                      </p:tavLst>
                                    </p:anim>
                                    <p:anim calcmode="lin" valueType="num">
                                      <p:cBhvr>
                                        <p:cTn id="49" dur="1000" fill="hold"/>
                                        <p:tgtEl>
                                          <p:spTgt spid="5"/>
                                        </p:tgtEl>
                                        <p:attrNameLst>
                                          <p:attrName>style.rotation</p:attrName>
                                        </p:attrNameLst>
                                      </p:cBhvr>
                                      <p:tavLst>
                                        <p:tav tm="0">
                                          <p:val>
                                            <p:fltVal val="90"/>
                                          </p:val>
                                        </p:tav>
                                        <p:tav tm="100000">
                                          <p:val>
                                            <p:fltVal val="0"/>
                                          </p:val>
                                        </p:tav>
                                      </p:tavLst>
                                    </p:anim>
                                    <p:animEffect transition="in" filter="fade">
                                      <p:cBhvr>
                                        <p:cTn id="50" dur="1000"/>
                                        <p:tgtEl>
                                          <p:spTgt spid="5"/>
                                        </p:tgtEl>
                                      </p:cBhvr>
                                    </p:animEffect>
                                  </p:childTnLst>
                                </p:cTn>
                              </p:par>
                            </p:childTnLst>
                          </p:cTn>
                        </p:par>
                      </p:childTnLst>
                    </p:cTn>
                  </p:par>
                  <p:par>
                    <p:cTn id="51" fill="hold">
                      <p:stCondLst>
                        <p:cond delay="indefinite"/>
                      </p:stCondLst>
                      <p:childTnLst>
                        <p:par>
                          <p:cTn id="52" fill="hold">
                            <p:stCondLst>
                              <p:cond delay="0"/>
                            </p:stCondLst>
                            <p:childTnLst>
                              <p:par>
                                <p:cTn id="53" presetID="31" presetClass="entr" presetSubtype="0" fill="hold" grpId="0" nodeType="clickEffect">
                                  <p:stCondLst>
                                    <p:cond delay="0"/>
                                  </p:stCondLst>
                                  <p:childTnLst>
                                    <p:set>
                                      <p:cBhvr>
                                        <p:cTn id="54" dur="1" fill="hold">
                                          <p:stCondLst>
                                            <p:cond delay="0"/>
                                          </p:stCondLst>
                                        </p:cTn>
                                        <p:tgtEl>
                                          <p:spTgt spid="9"/>
                                        </p:tgtEl>
                                        <p:attrNameLst>
                                          <p:attrName>style.visibility</p:attrName>
                                        </p:attrNameLst>
                                      </p:cBhvr>
                                      <p:to>
                                        <p:strVal val="visible"/>
                                      </p:to>
                                    </p:set>
                                    <p:anim calcmode="lin" valueType="num">
                                      <p:cBhvr>
                                        <p:cTn id="55" dur="1000" fill="hold"/>
                                        <p:tgtEl>
                                          <p:spTgt spid="9"/>
                                        </p:tgtEl>
                                        <p:attrNameLst>
                                          <p:attrName>ppt_w</p:attrName>
                                        </p:attrNameLst>
                                      </p:cBhvr>
                                      <p:tavLst>
                                        <p:tav tm="0">
                                          <p:val>
                                            <p:fltVal val="0"/>
                                          </p:val>
                                        </p:tav>
                                        <p:tav tm="100000">
                                          <p:val>
                                            <p:strVal val="#ppt_w"/>
                                          </p:val>
                                        </p:tav>
                                      </p:tavLst>
                                    </p:anim>
                                    <p:anim calcmode="lin" valueType="num">
                                      <p:cBhvr>
                                        <p:cTn id="56" dur="1000" fill="hold"/>
                                        <p:tgtEl>
                                          <p:spTgt spid="9"/>
                                        </p:tgtEl>
                                        <p:attrNameLst>
                                          <p:attrName>ppt_h</p:attrName>
                                        </p:attrNameLst>
                                      </p:cBhvr>
                                      <p:tavLst>
                                        <p:tav tm="0">
                                          <p:val>
                                            <p:fltVal val="0"/>
                                          </p:val>
                                        </p:tav>
                                        <p:tav tm="100000">
                                          <p:val>
                                            <p:strVal val="#ppt_h"/>
                                          </p:val>
                                        </p:tav>
                                      </p:tavLst>
                                    </p:anim>
                                    <p:anim calcmode="lin" valueType="num">
                                      <p:cBhvr>
                                        <p:cTn id="57" dur="1000" fill="hold"/>
                                        <p:tgtEl>
                                          <p:spTgt spid="9"/>
                                        </p:tgtEl>
                                        <p:attrNameLst>
                                          <p:attrName>style.rotation</p:attrName>
                                        </p:attrNameLst>
                                      </p:cBhvr>
                                      <p:tavLst>
                                        <p:tav tm="0">
                                          <p:val>
                                            <p:fltVal val="90"/>
                                          </p:val>
                                        </p:tav>
                                        <p:tav tm="100000">
                                          <p:val>
                                            <p:fltVal val="0"/>
                                          </p:val>
                                        </p:tav>
                                      </p:tavLst>
                                    </p:anim>
                                    <p:animEffect transition="in" filter="fade">
                                      <p:cBhvr>
                                        <p:cTn id="58"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P spid="8" grpId="0"/>
      <p:bldP spid="9" grpId="0"/>
      <p:bldP spid="22" grpId="0"/>
      <p:bldP spid="23" grpId="0"/>
      <p:bldP spid="24" grpId="0"/>
      <p:bldP spid="2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Wave 32"/>
          <p:cNvSpPr/>
          <p:nvPr/>
        </p:nvSpPr>
        <p:spPr>
          <a:xfrm rot="16200000">
            <a:off x="797889" y="-814926"/>
            <a:ext cx="6763131" cy="8358910"/>
          </a:xfrm>
          <a:prstGeom prst="wav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TextBox 33"/>
          <p:cNvSpPr txBox="1"/>
          <p:nvPr/>
        </p:nvSpPr>
        <p:spPr>
          <a:xfrm>
            <a:off x="752446" y="-51901"/>
            <a:ext cx="370307" cy="739690"/>
          </a:xfrm>
          <a:prstGeom prst="rect">
            <a:avLst/>
          </a:prstGeom>
          <a:noFill/>
        </p:spPr>
        <p:txBody>
          <a:bodyPr wrap="square" rtlCol="0">
            <a:spAutoFit/>
          </a:bodyPr>
          <a:lstStyle/>
          <a:p>
            <a:pPr>
              <a:lnSpc>
                <a:spcPct val="150000"/>
              </a:lnSpc>
            </a:pPr>
            <a:r>
              <a:rPr lang="en-US" sz="3200" b="1" dirty="0">
                <a:solidFill>
                  <a:srgbClr val="3256A2"/>
                </a:solidFill>
                <a:latin typeface="Cambria" panose="02040503050406030204" pitchFamily="18" charset="0"/>
                <a:ea typeface="Cambria" panose="02040503050406030204" pitchFamily="18" charset="0"/>
              </a:rPr>
              <a:t>T</a:t>
            </a:r>
            <a:endParaRPr lang="en-IN" sz="3200" b="1" dirty="0">
              <a:solidFill>
                <a:srgbClr val="3256A2"/>
              </a:solidFill>
              <a:latin typeface="Cambria" panose="02040503050406030204" pitchFamily="18" charset="0"/>
              <a:ea typeface="Cambria" panose="02040503050406030204" pitchFamily="18" charset="0"/>
            </a:endParaRPr>
          </a:p>
        </p:txBody>
      </p:sp>
      <p:sp>
        <p:nvSpPr>
          <p:cNvPr id="35" name="TextBox 34"/>
          <p:cNvSpPr txBox="1"/>
          <p:nvPr/>
        </p:nvSpPr>
        <p:spPr>
          <a:xfrm>
            <a:off x="1976924" y="284924"/>
            <a:ext cx="5702170" cy="830997"/>
          </a:xfrm>
          <a:prstGeom prst="rect">
            <a:avLst/>
          </a:prstGeom>
          <a:noFill/>
        </p:spPr>
        <p:txBody>
          <a:bodyPr wrap="square" rtlCol="0">
            <a:spAutoFit/>
          </a:bodyPr>
          <a:lstStyle/>
          <a:p>
            <a:r>
              <a:rPr lang="en-IN" sz="2400" dirty="0"/>
              <a:t>The Helmet Detection System ANPR uses modern technologies: </a:t>
            </a:r>
            <a:endParaRPr lang="en-IN" sz="2400" dirty="0">
              <a:latin typeface="Cambria" panose="02040503050406030204" pitchFamily="18" charset="0"/>
              <a:ea typeface="Cambria" panose="02040503050406030204" pitchFamily="18" charset="0"/>
            </a:endParaRPr>
          </a:p>
        </p:txBody>
      </p:sp>
      <p:sp>
        <p:nvSpPr>
          <p:cNvPr id="36" name="TextBox 35"/>
          <p:cNvSpPr txBox="1"/>
          <p:nvPr/>
        </p:nvSpPr>
        <p:spPr>
          <a:xfrm>
            <a:off x="963129" y="124100"/>
            <a:ext cx="370307" cy="739690"/>
          </a:xfrm>
          <a:prstGeom prst="rect">
            <a:avLst/>
          </a:prstGeom>
          <a:noFill/>
        </p:spPr>
        <p:txBody>
          <a:bodyPr wrap="square" rtlCol="0">
            <a:spAutoFit/>
          </a:bodyPr>
          <a:lstStyle/>
          <a:p>
            <a:pPr>
              <a:lnSpc>
                <a:spcPct val="150000"/>
              </a:lnSpc>
            </a:pPr>
            <a:r>
              <a:rPr lang="en-IN" sz="3200" b="1" dirty="0">
                <a:solidFill>
                  <a:srgbClr val="3256A2"/>
                </a:solidFill>
                <a:latin typeface="Cambria" panose="02040503050406030204" pitchFamily="18" charset="0"/>
                <a:ea typeface="Cambria" panose="02040503050406030204" pitchFamily="18" charset="0"/>
              </a:rPr>
              <a:t>E</a:t>
            </a:r>
          </a:p>
        </p:txBody>
      </p:sp>
      <p:sp>
        <p:nvSpPr>
          <p:cNvPr id="37" name="TextBox 36"/>
          <p:cNvSpPr txBox="1"/>
          <p:nvPr/>
        </p:nvSpPr>
        <p:spPr>
          <a:xfrm>
            <a:off x="1194566" y="788133"/>
            <a:ext cx="421365" cy="739690"/>
          </a:xfrm>
          <a:prstGeom prst="rect">
            <a:avLst/>
          </a:prstGeom>
          <a:noFill/>
        </p:spPr>
        <p:txBody>
          <a:bodyPr wrap="square" rtlCol="0">
            <a:spAutoFit/>
          </a:bodyPr>
          <a:lstStyle/>
          <a:p>
            <a:pPr>
              <a:lnSpc>
                <a:spcPct val="150000"/>
              </a:lnSpc>
            </a:pPr>
            <a:r>
              <a:rPr lang="en-US" sz="3200" b="1" dirty="0">
                <a:solidFill>
                  <a:srgbClr val="00B050"/>
                </a:solidFill>
                <a:latin typeface="Cambria" panose="02040503050406030204" pitchFamily="18" charset="0"/>
                <a:ea typeface="Cambria" panose="02040503050406030204" pitchFamily="18" charset="0"/>
              </a:rPr>
              <a:t>H</a:t>
            </a:r>
            <a:endParaRPr lang="en-IN" sz="3200" b="1" dirty="0">
              <a:solidFill>
                <a:srgbClr val="00B050"/>
              </a:solidFill>
              <a:latin typeface="Cambria" panose="02040503050406030204" pitchFamily="18" charset="0"/>
              <a:ea typeface="Cambria" panose="02040503050406030204" pitchFamily="18" charset="0"/>
            </a:endParaRPr>
          </a:p>
        </p:txBody>
      </p:sp>
      <p:sp>
        <p:nvSpPr>
          <p:cNvPr id="38" name="TextBox 37"/>
          <p:cNvSpPr txBox="1"/>
          <p:nvPr/>
        </p:nvSpPr>
        <p:spPr>
          <a:xfrm>
            <a:off x="1120872" y="418288"/>
            <a:ext cx="370307" cy="739690"/>
          </a:xfrm>
          <a:prstGeom prst="rect">
            <a:avLst/>
          </a:prstGeom>
          <a:noFill/>
        </p:spPr>
        <p:txBody>
          <a:bodyPr wrap="square" rtlCol="0">
            <a:spAutoFit/>
          </a:bodyPr>
          <a:lstStyle/>
          <a:p>
            <a:pPr>
              <a:lnSpc>
                <a:spcPct val="150000"/>
              </a:lnSpc>
            </a:pPr>
            <a:r>
              <a:rPr lang="en-US" sz="3200" b="1" dirty="0">
                <a:solidFill>
                  <a:srgbClr val="00B050"/>
                </a:solidFill>
                <a:latin typeface="Cambria" panose="02040503050406030204" pitchFamily="18" charset="0"/>
                <a:ea typeface="Cambria" panose="02040503050406030204" pitchFamily="18" charset="0"/>
              </a:rPr>
              <a:t>C</a:t>
            </a:r>
            <a:endParaRPr lang="en-IN" sz="3200" b="1" dirty="0">
              <a:solidFill>
                <a:srgbClr val="00B050"/>
              </a:solidFill>
              <a:latin typeface="Cambria" panose="02040503050406030204" pitchFamily="18" charset="0"/>
              <a:ea typeface="Cambria" panose="02040503050406030204" pitchFamily="18" charset="0"/>
            </a:endParaRPr>
          </a:p>
        </p:txBody>
      </p:sp>
      <p:sp>
        <p:nvSpPr>
          <p:cNvPr id="39" name="TextBox 38"/>
          <p:cNvSpPr txBox="1"/>
          <p:nvPr/>
        </p:nvSpPr>
        <p:spPr>
          <a:xfrm>
            <a:off x="816482" y="2234401"/>
            <a:ext cx="370307" cy="739690"/>
          </a:xfrm>
          <a:prstGeom prst="rect">
            <a:avLst/>
          </a:prstGeom>
          <a:noFill/>
        </p:spPr>
        <p:txBody>
          <a:bodyPr wrap="square" rtlCol="0">
            <a:spAutoFit/>
          </a:bodyPr>
          <a:lstStyle/>
          <a:p>
            <a:pPr>
              <a:lnSpc>
                <a:spcPct val="150000"/>
              </a:lnSpc>
            </a:pPr>
            <a:r>
              <a:rPr lang="en-US" sz="3200" b="1" dirty="0">
                <a:solidFill>
                  <a:srgbClr val="FF0000"/>
                </a:solidFill>
                <a:latin typeface="Cambria" panose="02040503050406030204" pitchFamily="18" charset="0"/>
                <a:ea typeface="Cambria" panose="02040503050406030204" pitchFamily="18" charset="0"/>
              </a:rPr>
              <a:t>O</a:t>
            </a:r>
            <a:endParaRPr lang="en-IN" sz="3200" b="1" dirty="0">
              <a:solidFill>
                <a:srgbClr val="FF0000"/>
              </a:solidFill>
              <a:latin typeface="Cambria" panose="02040503050406030204" pitchFamily="18" charset="0"/>
              <a:ea typeface="Cambria" panose="02040503050406030204" pitchFamily="18" charset="0"/>
            </a:endParaRPr>
          </a:p>
        </p:txBody>
      </p:sp>
      <p:sp>
        <p:nvSpPr>
          <p:cNvPr id="40" name="TextBox 39"/>
          <p:cNvSpPr txBox="1"/>
          <p:nvPr/>
        </p:nvSpPr>
        <p:spPr>
          <a:xfrm>
            <a:off x="1209373" y="1181417"/>
            <a:ext cx="370307" cy="739690"/>
          </a:xfrm>
          <a:prstGeom prst="rect">
            <a:avLst/>
          </a:prstGeom>
          <a:noFill/>
        </p:spPr>
        <p:txBody>
          <a:bodyPr wrap="square" rtlCol="0">
            <a:spAutoFit/>
          </a:bodyPr>
          <a:lstStyle/>
          <a:p>
            <a:pPr>
              <a:lnSpc>
                <a:spcPct val="150000"/>
              </a:lnSpc>
            </a:pPr>
            <a:r>
              <a:rPr lang="en-US" sz="3200" b="1" dirty="0">
                <a:solidFill>
                  <a:srgbClr val="F6AF2F"/>
                </a:solidFill>
                <a:latin typeface="Cambria" panose="02040503050406030204" pitchFamily="18" charset="0"/>
                <a:ea typeface="Cambria" panose="02040503050406030204" pitchFamily="18" charset="0"/>
              </a:rPr>
              <a:t>N</a:t>
            </a:r>
            <a:endParaRPr lang="en-IN" sz="3200" b="1" dirty="0">
              <a:solidFill>
                <a:srgbClr val="F6AF2F"/>
              </a:solidFill>
              <a:latin typeface="Cambria" panose="02040503050406030204" pitchFamily="18" charset="0"/>
              <a:ea typeface="Cambria" panose="02040503050406030204" pitchFamily="18" charset="0"/>
            </a:endParaRPr>
          </a:p>
        </p:txBody>
      </p:sp>
      <p:sp>
        <p:nvSpPr>
          <p:cNvPr id="41" name="TextBox 40"/>
          <p:cNvSpPr txBox="1"/>
          <p:nvPr/>
        </p:nvSpPr>
        <p:spPr>
          <a:xfrm>
            <a:off x="1134195" y="1529534"/>
            <a:ext cx="370307" cy="739690"/>
          </a:xfrm>
          <a:prstGeom prst="rect">
            <a:avLst/>
          </a:prstGeom>
          <a:noFill/>
        </p:spPr>
        <p:txBody>
          <a:bodyPr wrap="square" rtlCol="0">
            <a:spAutoFit/>
          </a:bodyPr>
          <a:lstStyle/>
          <a:p>
            <a:pPr>
              <a:lnSpc>
                <a:spcPct val="150000"/>
              </a:lnSpc>
            </a:pPr>
            <a:r>
              <a:rPr lang="en-US" sz="3200" b="1" dirty="0">
                <a:solidFill>
                  <a:srgbClr val="F6AF2F"/>
                </a:solidFill>
                <a:latin typeface="Cambria" panose="02040503050406030204" pitchFamily="18" charset="0"/>
                <a:ea typeface="Cambria" panose="02040503050406030204" pitchFamily="18" charset="0"/>
              </a:rPr>
              <a:t>O</a:t>
            </a:r>
            <a:endParaRPr lang="en-IN" sz="3200" b="1" dirty="0">
              <a:solidFill>
                <a:srgbClr val="F6AF2F"/>
              </a:solidFill>
              <a:latin typeface="Cambria" panose="02040503050406030204" pitchFamily="18" charset="0"/>
              <a:ea typeface="Cambria" panose="02040503050406030204" pitchFamily="18" charset="0"/>
            </a:endParaRPr>
          </a:p>
        </p:txBody>
      </p:sp>
      <p:sp>
        <p:nvSpPr>
          <p:cNvPr id="42" name="TextBox 41"/>
          <p:cNvSpPr txBox="1"/>
          <p:nvPr/>
        </p:nvSpPr>
        <p:spPr>
          <a:xfrm>
            <a:off x="998304" y="1841843"/>
            <a:ext cx="370307" cy="739690"/>
          </a:xfrm>
          <a:prstGeom prst="rect">
            <a:avLst/>
          </a:prstGeom>
          <a:noFill/>
        </p:spPr>
        <p:txBody>
          <a:bodyPr wrap="square" rtlCol="0">
            <a:spAutoFit/>
          </a:bodyPr>
          <a:lstStyle/>
          <a:p>
            <a:pPr>
              <a:lnSpc>
                <a:spcPct val="150000"/>
              </a:lnSpc>
            </a:pPr>
            <a:r>
              <a:rPr lang="en-US" sz="3200" b="1" dirty="0">
                <a:solidFill>
                  <a:srgbClr val="FF0000"/>
                </a:solidFill>
                <a:latin typeface="Cambria" panose="02040503050406030204" pitchFamily="18" charset="0"/>
                <a:ea typeface="Cambria" panose="02040503050406030204" pitchFamily="18" charset="0"/>
              </a:rPr>
              <a:t>L</a:t>
            </a:r>
            <a:endParaRPr lang="en-IN" sz="3200" b="1" dirty="0">
              <a:solidFill>
                <a:srgbClr val="FF0000"/>
              </a:solidFill>
              <a:latin typeface="Cambria" panose="02040503050406030204" pitchFamily="18" charset="0"/>
              <a:ea typeface="Cambria" panose="02040503050406030204" pitchFamily="18" charset="0"/>
            </a:endParaRPr>
          </a:p>
        </p:txBody>
      </p:sp>
      <p:sp>
        <p:nvSpPr>
          <p:cNvPr id="43" name="TextBox 42"/>
          <p:cNvSpPr txBox="1"/>
          <p:nvPr/>
        </p:nvSpPr>
        <p:spPr>
          <a:xfrm>
            <a:off x="1699187" y="1105425"/>
            <a:ext cx="6485295" cy="1015663"/>
          </a:xfrm>
          <a:prstGeom prst="rect">
            <a:avLst/>
          </a:prstGeom>
          <a:noFill/>
        </p:spPr>
        <p:txBody>
          <a:bodyPr wrap="square" rtlCol="0">
            <a:spAutoFit/>
          </a:bodyPr>
          <a:lstStyle/>
          <a:p>
            <a:pPr marL="342900" indent="-342900">
              <a:buFont typeface="Arial" panose="020B0604020202020204" pitchFamily="34" charset="0"/>
              <a:buChar char="•"/>
            </a:pPr>
            <a:r>
              <a:rPr lang="en-IN" sz="2000" dirty="0"/>
              <a:t>Front-end Development: Crafted with HTML5, CSS3, JavaScript, and Bootstrap to provide a seamless and accessible user interface. </a:t>
            </a:r>
            <a:endParaRPr lang="en-IN" sz="2000" dirty="0">
              <a:latin typeface="Cambria" panose="02040503050406030204" pitchFamily="18" charset="0"/>
              <a:ea typeface="Cambria" panose="02040503050406030204" pitchFamily="18" charset="0"/>
            </a:endParaRPr>
          </a:p>
        </p:txBody>
      </p:sp>
      <p:sp>
        <p:nvSpPr>
          <p:cNvPr id="45" name="TextBox 44"/>
          <p:cNvSpPr txBox="1"/>
          <p:nvPr/>
        </p:nvSpPr>
        <p:spPr>
          <a:xfrm>
            <a:off x="1294167" y="2363993"/>
            <a:ext cx="6842925" cy="1323439"/>
          </a:xfrm>
          <a:prstGeom prst="rect">
            <a:avLst/>
          </a:prstGeom>
          <a:noFill/>
        </p:spPr>
        <p:txBody>
          <a:bodyPr wrap="square" rtlCol="0">
            <a:spAutoFit/>
          </a:bodyPr>
          <a:lstStyle/>
          <a:p>
            <a:pPr marL="342900" indent="-342900">
              <a:buFont typeface="Arial" panose="020B0604020202020204" pitchFamily="34" charset="0"/>
              <a:buChar char="•"/>
            </a:pPr>
            <a:r>
              <a:rPr lang="en-IN" sz="2000" dirty="0"/>
              <a:t>Back-end Development: Utilizes Node.js with an Express framework for efficient server-side operations, while MongoDB offers a scalable and robust database for data management.</a:t>
            </a:r>
            <a:endParaRPr lang="en-IN" sz="2000" dirty="0">
              <a:latin typeface="Cambria" panose="02040503050406030204" pitchFamily="18" charset="0"/>
              <a:ea typeface="Cambria" panose="02040503050406030204" pitchFamily="18" charset="0"/>
            </a:endParaRPr>
          </a:p>
        </p:txBody>
      </p:sp>
      <p:sp>
        <p:nvSpPr>
          <p:cNvPr id="46" name="TextBox 45"/>
          <p:cNvSpPr txBox="1"/>
          <p:nvPr/>
        </p:nvSpPr>
        <p:spPr>
          <a:xfrm>
            <a:off x="360992" y="5145846"/>
            <a:ext cx="7550999" cy="1323439"/>
          </a:xfrm>
          <a:prstGeom prst="rect">
            <a:avLst/>
          </a:prstGeom>
          <a:noFill/>
        </p:spPr>
        <p:txBody>
          <a:bodyPr wrap="square" rtlCol="0">
            <a:spAutoFit/>
          </a:bodyPr>
          <a:lstStyle/>
          <a:p>
            <a:pPr marL="342900" indent="-342900">
              <a:buFont typeface="Arial" panose="020B0604020202020204" pitchFamily="34" charset="0"/>
              <a:buChar char="•"/>
            </a:pPr>
            <a:r>
              <a:rPr lang="en-IN" sz="2000" dirty="0"/>
              <a:t>Data Management and Analytics: Prometheus is used for detailed data logging, whereas Grafana provides powerful visualization tools to monitor system performance and compliance metrics dynamically</a:t>
            </a:r>
            <a:endParaRPr lang="en-IN" sz="2000" dirty="0">
              <a:latin typeface="Cambria" panose="02040503050406030204" pitchFamily="18" charset="0"/>
              <a:ea typeface="Cambria" panose="02040503050406030204" pitchFamily="18" charset="0"/>
            </a:endParaRPr>
          </a:p>
        </p:txBody>
      </p:sp>
      <p:sp>
        <p:nvSpPr>
          <p:cNvPr id="48" name="TextBox 47"/>
          <p:cNvSpPr txBox="1"/>
          <p:nvPr/>
        </p:nvSpPr>
        <p:spPr>
          <a:xfrm>
            <a:off x="448090" y="3828824"/>
            <a:ext cx="7999322" cy="1015663"/>
          </a:xfrm>
          <a:prstGeom prst="rect">
            <a:avLst/>
          </a:prstGeom>
          <a:noFill/>
        </p:spPr>
        <p:txBody>
          <a:bodyPr wrap="square" rtlCol="0">
            <a:spAutoFit/>
          </a:bodyPr>
          <a:lstStyle/>
          <a:p>
            <a:pPr marL="342900" indent="-342900">
              <a:buFont typeface="Arial" panose="020B0604020202020204" pitchFamily="34" charset="0"/>
              <a:buChar char="•"/>
            </a:pPr>
            <a:r>
              <a:rPr lang="en-IN" sz="2000" dirty="0"/>
              <a:t>Object Detection: The core of our detection capabilities lies with the YOLOv11 algorithm, which is renowned for its real-time processing speed and accuracy.</a:t>
            </a:r>
            <a:endParaRPr lang="en-IN" sz="2000" dirty="0">
              <a:latin typeface="Cambria" panose="02040503050406030204" pitchFamily="18" charset="0"/>
              <a:ea typeface="Cambria" panose="02040503050406030204" pitchFamily="18" charset="0"/>
            </a:endParaRPr>
          </a:p>
        </p:txBody>
      </p:sp>
      <p:pic>
        <p:nvPicPr>
          <p:cNvPr id="20" name="Picture 4" descr="Activity Diagram helmet Detection">
            <a:extLst>
              <a:ext uri="{FF2B5EF4-FFF2-40B4-BE49-F238E27FC236}">
                <a16:creationId xmlns:a16="http://schemas.microsoft.com/office/drawing/2014/main" id="{6F4A0A60-EC72-BB5F-CCC4-CA7D547697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2984" y="62753"/>
            <a:ext cx="3849780" cy="6763131"/>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77629207-FF4F-D483-317F-BC9BC2F48390}"/>
              </a:ext>
            </a:extLst>
          </p:cNvPr>
          <p:cNvSpPr txBox="1"/>
          <p:nvPr/>
        </p:nvSpPr>
        <p:spPr>
          <a:xfrm>
            <a:off x="610727" y="2529309"/>
            <a:ext cx="370307" cy="739690"/>
          </a:xfrm>
          <a:prstGeom prst="rect">
            <a:avLst/>
          </a:prstGeom>
          <a:noFill/>
        </p:spPr>
        <p:txBody>
          <a:bodyPr wrap="square" rtlCol="0">
            <a:spAutoFit/>
          </a:bodyPr>
          <a:lstStyle/>
          <a:p>
            <a:pPr>
              <a:lnSpc>
                <a:spcPct val="150000"/>
              </a:lnSpc>
            </a:pPr>
            <a:r>
              <a:rPr lang="en-US" sz="3200" b="1" dirty="0">
                <a:solidFill>
                  <a:srgbClr val="3256A2"/>
                </a:solidFill>
                <a:latin typeface="Cambria" panose="02040503050406030204" pitchFamily="18" charset="0"/>
                <a:ea typeface="Cambria" panose="02040503050406030204" pitchFamily="18" charset="0"/>
              </a:rPr>
              <a:t>G</a:t>
            </a:r>
            <a:endParaRPr lang="en-IN" sz="3200" b="1" dirty="0">
              <a:solidFill>
                <a:srgbClr val="3256A2"/>
              </a:solidFill>
              <a:latin typeface="Cambria" panose="02040503050406030204" pitchFamily="18" charset="0"/>
              <a:ea typeface="Cambria" panose="02040503050406030204" pitchFamily="18" charset="0"/>
            </a:endParaRPr>
          </a:p>
        </p:txBody>
      </p:sp>
      <p:sp>
        <p:nvSpPr>
          <p:cNvPr id="22" name="TextBox 21">
            <a:extLst>
              <a:ext uri="{FF2B5EF4-FFF2-40B4-BE49-F238E27FC236}">
                <a16:creationId xmlns:a16="http://schemas.microsoft.com/office/drawing/2014/main" id="{CED2396E-1BA4-9CDF-0569-9E18BD9DDD85}"/>
              </a:ext>
            </a:extLst>
          </p:cNvPr>
          <p:cNvSpPr txBox="1"/>
          <p:nvPr/>
        </p:nvSpPr>
        <p:spPr>
          <a:xfrm>
            <a:off x="446175" y="2861465"/>
            <a:ext cx="370307" cy="739690"/>
          </a:xfrm>
          <a:prstGeom prst="rect">
            <a:avLst/>
          </a:prstGeom>
          <a:noFill/>
        </p:spPr>
        <p:txBody>
          <a:bodyPr wrap="square" rtlCol="0">
            <a:spAutoFit/>
          </a:bodyPr>
          <a:lstStyle/>
          <a:p>
            <a:pPr>
              <a:lnSpc>
                <a:spcPct val="150000"/>
              </a:lnSpc>
            </a:pPr>
            <a:r>
              <a:rPr lang="en-US" sz="3200" b="1" dirty="0">
                <a:solidFill>
                  <a:srgbClr val="3256A2"/>
                </a:solidFill>
                <a:latin typeface="Cambria" panose="02040503050406030204" pitchFamily="18" charset="0"/>
                <a:ea typeface="Cambria" panose="02040503050406030204" pitchFamily="18" charset="0"/>
              </a:rPr>
              <a:t>Y</a:t>
            </a:r>
            <a:endParaRPr lang="en-IN" sz="3200" b="1" dirty="0">
              <a:solidFill>
                <a:srgbClr val="3256A2"/>
              </a:solidFill>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167AEA7A-8DC5-DCE0-21A0-782E76102ED1}"/>
              </a:ext>
            </a:extLst>
          </p:cNvPr>
          <p:cNvSpPr txBox="1"/>
          <p:nvPr/>
        </p:nvSpPr>
        <p:spPr>
          <a:xfrm>
            <a:off x="1615931" y="6456552"/>
            <a:ext cx="2855168" cy="369332"/>
          </a:xfrm>
          <a:prstGeom prst="rect">
            <a:avLst/>
          </a:prstGeom>
          <a:noFill/>
        </p:spPr>
        <p:txBody>
          <a:bodyPr wrap="square" rtlCol="0">
            <a:spAutoFit/>
          </a:bodyPr>
          <a:lstStyle/>
          <a:p>
            <a:r>
              <a:rPr lang="en-US" dirty="0">
                <a:hlinkClick r:id="rId3"/>
              </a:rPr>
              <a:t>BASE REASEARCH PAPER</a:t>
            </a:r>
            <a:endParaRPr lang="en-IN" dirty="0"/>
          </a:p>
        </p:txBody>
      </p:sp>
      <p:sp>
        <p:nvSpPr>
          <p:cNvPr id="3" name="TextBox 2">
            <a:extLst>
              <a:ext uri="{FF2B5EF4-FFF2-40B4-BE49-F238E27FC236}">
                <a16:creationId xmlns:a16="http://schemas.microsoft.com/office/drawing/2014/main" id="{FBAD9716-24A5-D9C6-8E02-E7B6271140EC}"/>
              </a:ext>
            </a:extLst>
          </p:cNvPr>
          <p:cNvSpPr txBox="1"/>
          <p:nvPr/>
        </p:nvSpPr>
        <p:spPr>
          <a:xfrm>
            <a:off x="4136491" y="6422514"/>
            <a:ext cx="3079922" cy="369332"/>
          </a:xfrm>
          <a:prstGeom prst="rect">
            <a:avLst/>
          </a:prstGeom>
          <a:noFill/>
        </p:spPr>
        <p:txBody>
          <a:bodyPr wrap="square" rtlCol="0" anchor="ctr">
            <a:spAutoFit/>
          </a:bodyPr>
          <a:lstStyle/>
          <a:p>
            <a:r>
              <a:rPr lang="en-US" sz="1800" b="0" dirty="0">
                <a:hlinkClick r:id="rId4"/>
              </a:rPr>
              <a:t>Helmet_Detection_OCR_ANPR</a:t>
            </a:r>
            <a:endParaRPr lang="ko-KR" altLang="en-US" b="1" dirty="0">
              <a:solidFill>
                <a:srgbClr val="262626"/>
              </a:solidFill>
              <a:cs typeface="Arial" pitchFamily="34" charset="0"/>
            </a:endParaRPr>
          </a:p>
        </p:txBody>
      </p:sp>
      <p:sp>
        <p:nvSpPr>
          <p:cNvPr id="4" name="TextBox 3">
            <a:extLst>
              <a:ext uri="{FF2B5EF4-FFF2-40B4-BE49-F238E27FC236}">
                <a16:creationId xmlns:a16="http://schemas.microsoft.com/office/drawing/2014/main" id="{CBA6C508-CF65-AD09-DD7E-EE9B869A0408}"/>
              </a:ext>
            </a:extLst>
          </p:cNvPr>
          <p:cNvSpPr txBox="1"/>
          <p:nvPr/>
        </p:nvSpPr>
        <p:spPr>
          <a:xfrm>
            <a:off x="7304915" y="6422514"/>
            <a:ext cx="1996519" cy="369332"/>
          </a:xfrm>
          <a:prstGeom prst="rect">
            <a:avLst/>
          </a:prstGeom>
          <a:noFill/>
        </p:spPr>
        <p:txBody>
          <a:bodyPr wrap="square" rtlCol="0">
            <a:spAutoFit/>
          </a:bodyPr>
          <a:lstStyle/>
          <a:p>
            <a:r>
              <a:rPr lang="en-US" dirty="0">
                <a:hlinkClick r:id="rId5"/>
              </a:rPr>
              <a:t>Project GitHub Link</a:t>
            </a:r>
            <a:endParaRPr lang="en-IN" dirty="0"/>
          </a:p>
        </p:txBody>
      </p:sp>
    </p:spTree>
    <p:extLst>
      <p:ext uri="{BB962C8B-B14F-4D97-AF65-F5344CB8AC3E}">
        <p14:creationId xmlns:p14="http://schemas.microsoft.com/office/powerpoint/2010/main" val="2341818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randombar(horizontal)">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43"/>
                                        </p:tgtEl>
                                        <p:attrNameLst>
                                          <p:attrName>style.visibility</p:attrName>
                                        </p:attrNameLst>
                                      </p:cBhvr>
                                      <p:to>
                                        <p:strVal val="visible"/>
                                      </p:to>
                                    </p:set>
                                    <p:anim calcmode="lin" valueType="num">
                                      <p:cBhvr additive="base">
                                        <p:cTn id="16" dur="500" fill="hold"/>
                                        <p:tgtEl>
                                          <p:spTgt spid="43"/>
                                        </p:tgtEl>
                                        <p:attrNameLst>
                                          <p:attrName>ppt_x</p:attrName>
                                        </p:attrNameLst>
                                      </p:cBhvr>
                                      <p:tavLst>
                                        <p:tav tm="0">
                                          <p:val>
                                            <p:strVal val="#ppt_x"/>
                                          </p:val>
                                        </p:tav>
                                        <p:tav tm="100000">
                                          <p:val>
                                            <p:strVal val="#ppt_x"/>
                                          </p:val>
                                        </p:tav>
                                      </p:tavLst>
                                    </p:anim>
                                    <p:anim calcmode="lin" valueType="num">
                                      <p:cBhvr additive="base">
                                        <p:cTn id="17"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45"/>
                                        </p:tgtEl>
                                        <p:attrNameLst>
                                          <p:attrName>style.visibility</p:attrName>
                                        </p:attrNameLst>
                                      </p:cBhvr>
                                      <p:to>
                                        <p:strVal val="visible"/>
                                      </p:to>
                                    </p:set>
                                    <p:anim calcmode="lin" valueType="num">
                                      <p:cBhvr additive="base">
                                        <p:cTn id="22" dur="500" fill="hold"/>
                                        <p:tgtEl>
                                          <p:spTgt spid="45"/>
                                        </p:tgtEl>
                                        <p:attrNameLst>
                                          <p:attrName>ppt_x</p:attrName>
                                        </p:attrNameLst>
                                      </p:cBhvr>
                                      <p:tavLst>
                                        <p:tav tm="0">
                                          <p:val>
                                            <p:strVal val="#ppt_x"/>
                                          </p:val>
                                        </p:tav>
                                        <p:tav tm="100000">
                                          <p:val>
                                            <p:strVal val="#ppt_x"/>
                                          </p:val>
                                        </p:tav>
                                      </p:tavLst>
                                    </p:anim>
                                    <p:anim calcmode="lin" valueType="num">
                                      <p:cBhvr additive="base">
                                        <p:cTn id="23"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48"/>
                                        </p:tgtEl>
                                        <p:attrNameLst>
                                          <p:attrName>style.visibility</p:attrName>
                                        </p:attrNameLst>
                                      </p:cBhvr>
                                      <p:to>
                                        <p:strVal val="visible"/>
                                      </p:to>
                                    </p:set>
                                    <p:anim calcmode="lin" valueType="num">
                                      <p:cBhvr additive="base">
                                        <p:cTn id="28" dur="500" fill="hold"/>
                                        <p:tgtEl>
                                          <p:spTgt spid="48"/>
                                        </p:tgtEl>
                                        <p:attrNameLst>
                                          <p:attrName>ppt_x</p:attrName>
                                        </p:attrNameLst>
                                      </p:cBhvr>
                                      <p:tavLst>
                                        <p:tav tm="0">
                                          <p:val>
                                            <p:strVal val="#ppt_x"/>
                                          </p:val>
                                        </p:tav>
                                        <p:tav tm="100000">
                                          <p:val>
                                            <p:strVal val="#ppt_x"/>
                                          </p:val>
                                        </p:tav>
                                      </p:tavLst>
                                    </p:anim>
                                    <p:anim calcmode="lin" valueType="num">
                                      <p:cBhvr additive="base">
                                        <p:cTn id="29"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46"/>
                                        </p:tgtEl>
                                        <p:attrNameLst>
                                          <p:attrName>style.visibility</p:attrName>
                                        </p:attrNameLst>
                                      </p:cBhvr>
                                      <p:to>
                                        <p:strVal val="visible"/>
                                      </p:to>
                                    </p:set>
                                    <p:anim calcmode="lin" valueType="num">
                                      <p:cBhvr additive="base">
                                        <p:cTn id="34" dur="500" fill="hold"/>
                                        <p:tgtEl>
                                          <p:spTgt spid="46"/>
                                        </p:tgtEl>
                                        <p:attrNameLst>
                                          <p:attrName>ppt_x</p:attrName>
                                        </p:attrNameLst>
                                      </p:cBhvr>
                                      <p:tavLst>
                                        <p:tav tm="0">
                                          <p:val>
                                            <p:strVal val="#ppt_x"/>
                                          </p:val>
                                        </p:tav>
                                        <p:tav tm="100000">
                                          <p:val>
                                            <p:strVal val="#ppt_x"/>
                                          </p:val>
                                        </p:tav>
                                      </p:tavLst>
                                    </p:anim>
                                    <p:anim calcmode="lin" valueType="num">
                                      <p:cBhvr additive="base">
                                        <p:cTn id="35"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43" grpId="0"/>
      <p:bldP spid="45" grpId="0"/>
      <p:bldP spid="46" grpId="0"/>
      <p:bldP spid="4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2">
            <a:extLst>
              <a:ext uri="{FF2B5EF4-FFF2-40B4-BE49-F238E27FC236}">
                <a16:creationId xmlns:a16="http://schemas.microsoft.com/office/drawing/2014/main" id="{BE275578-8EA1-F4E9-E14D-A86A745A1B95}"/>
              </a:ext>
            </a:extLst>
          </p:cNvPr>
          <p:cNvSpPr/>
          <p:nvPr/>
        </p:nvSpPr>
        <p:spPr>
          <a:xfrm flipH="1">
            <a:off x="10470888" y="4141346"/>
            <a:ext cx="1582600" cy="2226626"/>
          </a:xfrm>
          <a:prstGeom prst="roundRect">
            <a:avLst>
              <a:gd name="adj" fmla="val 608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pic>
        <p:nvPicPr>
          <p:cNvPr id="25" name="Picture 2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5097" y="431594"/>
            <a:ext cx="1286972" cy="1400891"/>
          </a:xfrm>
          <a:prstGeom prst="rect">
            <a:avLst/>
          </a:prstGeom>
        </p:spPr>
      </p:pic>
      <p:pic>
        <p:nvPicPr>
          <p:cNvPr id="29" name="Picture 2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42241" y="733260"/>
            <a:ext cx="1099911" cy="1096245"/>
          </a:xfrm>
          <a:prstGeom prst="rect">
            <a:avLst/>
          </a:prstGeom>
        </p:spPr>
      </p:pic>
      <p:pic>
        <p:nvPicPr>
          <p:cNvPr id="31" name="Picture 30"/>
          <p:cNvPicPr>
            <a:picLocks noChangeAspect="1"/>
          </p:cNvPicPr>
          <p:nvPr/>
        </p:nvPicPr>
        <p:blipFill>
          <a:blip r:embed="rId5" cstate="print">
            <a:extLst>
              <a:ext uri="{BEBA8EAE-BF5A-486C-A8C5-ECC9F3942E4B}">
                <a14:imgProps xmlns:a14="http://schemas.microsoft.com/office/drawing/2010/main">
                  <a14:imgLayer r:embed="rId6">
                    <a14:imgEffect>
                      <a14:backgroundRemoval t="301" b="94737" l="1395" r="96977">
                        <a14:foregroundMark x1="50465" y1="82556" x2="50465" y2="82556"/>
                        <a14:foregroundMark x1="58605" y1="55789" x2="58605" y2="55789"/>
                        <a14:foregroundMark x1="54767" y1="34135" x2="54767" y2="34135"/>
                      </a14:backgroundRemoval>
                    </a14:imgEffect>
                  </a14:imgLayer>
                </a14:imgProps>
              </a:ext>
              <a:ext uri="{28A0092B-C50C-407E-A947-70E740481C1C}">
                <a14:useLocalDpi xmlns:a14="http://schemas.microsoft.com/office/drawing/2010/main" val="0"/>
              </a:ext>
            </a:extLst>
          </a:blip>
          <a:stretch>
            <a:fillRect/>
          </a:stretch>
        </p:blipFill>
        <p:spPr>
          <a:xfrm>
            <a:off x="5205914" y="713411"/>
            <a:ext cx="1203063" cy="930276"/>
          </a:xfrm>
          <a:prstGeom prst="rect">
            <a:avLst/>
          </a:prstGeom>
        </p:spPr>
      </p:pic>
      <p:sp>
        <p:nvSpPr>
          <p:cNvPr id="33" name="TextBox 32"/>
          <p:cNvSpPr txBox="1"/>
          <p:nvPr/>
        </p:nvSpPr>
        <p:spPr>
          <a:xfrm>
            <a:off x="4154425" y="203200"/>
            <a:ext cx="4213719" cy="584775"/>
          </a:xfrm>
          <a:prstGeom prst="rect">
            <a:avLst/>
          </a:prstGeom>
          <a:noFill/>
        </p:spPr>
        <p:txBody>
          <a:bodyPr wrap="square" rtlCol="0">
            <a:spAutoFit/>
          </a:bodyPr>
          <a:lstStyle/>
          <a:p>
            <a:r>
              <a:rPr lang="en-IN" sz="3200" dirty="0">
                <a:latin typeface="Cambria" panose="02040503050406030204" pitchFamily="18" charset="0"/>
                <a:ea typeface="Cambria" panose="02040503050406030204" pitchFamily="18" charset="0"/>
              </a:rPr>
              <a:t>System Requirements</a:t>
            </a:r>
          </a:p>
        </p:txBody>
      </p:sp>
      <p:sp>
        <p:nvSpPr>
          <p:cNvPr id="36" name="Rectangle 35"/>
          <p:cNvSpPr/>
          <p:nvPr/>
        </p:nvSpPr>
        <p:spPr>
          <a:xfrm>
            <a:off x="303296" y="1832485"/>
            <a:ext cx="2255178" cy="199654"/>
          </a:xfrm>
          <a:prstGeom prst="rect">
            <a:avLst/>
          </a:prstGeom>
          <a:solidFill>
            <a:srgbClr val="1B7B9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Any Operating System</a:t>
            </a:r>
          </a:p>
        </p:txBody>
      </p:sp>
      <p:sp>
        <p:nvSpPr>
          <p:cNvPr id="37" name="Rectangle 36"/>
          <p:cNvSpPr/>
          <p:nvPr/>
        </p:nvSpPr>
        <p:spPr>
          <a:xfrm>
            <a:off x="2771104" y="1829505"/>
            <a:ext cx="1947925" cy="216780"/>
          </a:xfrm>
          <a:prstGeom prst="rect">
            <a:avLst/>
          </a:prstGeom>
          <a:solidFill>
            <a:srgbClr val="EC614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Any </a:t>
            </a:r>
            <a:r>
              <a:rPr lang="en-IN" dirty="0" err="1"/>
              <a:t>WebBrowser</a:t>
            </a:r>
            <a:endParaRPr lang="en-IN" dirty="0"/>
          </a:p>
        </p:txBody>
      </p:sp>
      <p:sp>
        <p:nvSpPr>
          <p:cNvPr id="38" name="Rectangle 37"/>
          <p:cNvSpPr/>
          <p:nvPr/>
        </p:nvSpPr>
        <p:spPr>
          <a:xfrm>
            <a:off x="4874101" y="1829505"/>
            <a:ext cx="2157150" cy="22944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Internet Connectivity</a:t>
            </a:r>
          </a:p>
        </p:txBody>
      </p:sp>
      <p:sp>
        <p:nvSpPr>
          <p:cNvPr id="57" name="Rounded Rectangle 6">
            <a:extLst>
              <a:ext uri="{FF2B5EF4-FFF2-40B4-BE49-F238E27FC236}">
                <a16:creationId xmlns:a16="http://schemas.microsoft.com/office/drawing/2014/main" id="{7AA4DA57-306A-4CE9-8768-E84E11C4F019}"/>
              </a:ext>
            </a:extLst>
          </p:cNvPr>
          <p:cNvSpPr/>
          <p:nvPr/>
        </p:nvSpPr>
        <p:spPr>
          <a:xfrm flipH="1">
            <a:off x="5303919" y="4199780"/>
            <a:ext cx="1696772" cy="2226626"/>
          </a:xfrm>
          <a:prstGeom prst="roundRect">
            <a:avLst>
              <a:gd name="adj" fmla="val 608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58" name="Rounded Rectangle 8">
            <a:extLst>
              <a:ext uri="{FF2B5EF4-FFF2-40B4-BE49-F238E27FC236}">
                <a16:creationId xmlns:a16="http://schemas.microsoft.com/office/drawing/2014/main" id="{4124F99F-2CE5-4D40-8B51-16629DFD4DE8}"/>
              </a:ext>
            </a:extLst>
          </p:cNvPr>
          <p:cNvSpPr/>
          <p:nvPr/>
        </p:nvSpPr>
        <p:spPr>
          <a:xfrm flipH="1">
            <a:off x="5303918" y="4104639"/>
            <a:ext cx="1624936" cy="741819"/>
          </a:xfrm>
          <a:custGeom>
            <a:avLst/>
            <a:gdLst/>
            <a:ahLst/>
            <a:cxnLst/>
            <a:rect l="l" t="t" r="r" b="b"/>
            <a:pathLst>
              <a:path w="1800200" h="581397">
                <a:moveTo>
                  <a:pt x="109524" y="0"/>
                </a:moveTo>
                <a:lnTo>
                  <a:pt x="1690676" y="0"/>
                </a:lnTo>
                <a:cubicBezTo>
                  <a:pt x="1751164" y="0"/>
                  <a:pt x="1800200" y="49036"/>
                  <a:pt x="1800200" y="109524"/>
                </a:cubicBezTo>
                <a:lnTo>
                  <a:pt x="1800200" y="581397"/>
                </a:lnTo>
                <a:lnTo>
                  <a:pt x="0" y="581397"/>
                </a:lnTo>
                <a:lnTo>
                  <a:pt x="0" y="109524"/>
                </a:lnTo>
                <a:cubicBezTo>
                  <a:pt x="0" y="49036"/>
                  <a:pt x="49036" y="0"/>
                  <a:pt x="109524" y="0"/>
                </a:cubicBezTo>
                <a:close/>
              </a:path>
            </a:pathLst>
          </a:custGeom>
          <a:solidFill>
            <a:srgbClr val="3256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59" name="Rounded Rectangle 9">
            <a:extLst>
              <a:ext uri="{FF2B5EF4-FFF2-40B4-BE49-F238E27FC236}">
                <a16:creationId xmlns:a16="http://schemas.microsoft.com/office/drawing/2014/main" id="{541B7681-937A-4BD1-9987-E85EFF64716D}"/>
              </a:ext>
            </a:extLst>
          </p:cNvPr>
          <p:cNvSpPr/>
          <p:nvPr/>
        </p:nvSpPr>
        <p:spPr>
          <a:xfrm flipH="1">
            <a:off x="3586745" y="4199780"/>
            <a:ext cx="1675777" cy="2226626"/>
          </a:xfrm>
          <a:prstGeom prst="roundRect">
            <a:avLst>
              <a:gd name="adj" fmla="val 608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60" name="Rounded Rectangle 8">
            <a:extLst>
              <a:ext uri="{FF2B5EF4-FFF2-40B4-BE49-F238E27FC236}">
                <a16:creationId xmlns:a16="http://schemas.microsoft.com/office/drawing/2014/main" id="{65803AF8-61FA-4697-9751-A0DBA07A457B}"/>
              </a:ext>
            </a:extLst>
          </p:cNvPr>
          <p:cNvSpPr/>
          <p:nvPr/>
        </p:nvSpPr>
        <p:spPr>
          <a:xfrm flipH="1">
            <a:off x="3586745" y="4104639"/>
            <a:ext cx="1624936" cy="741819"/>
          </a:xfrm>
          <a:custGeom>
            <a:avLst/>
            <a:gdLst/>
            <a:ahLst/>
            <a:cxnLst/>
            <a:rect l="l" t="t" r="r" b="b"/>
            <a:pathLst>
              <a:path w="1800200" h="581397">
                <a:moveTo>
                  <a:pt x="109524" y="0"/>
                </a:moveTo>
                <a:lnTo>
                  <a:pt x="1690676" y="0"/>
                </a:lnTo>
                <a:cubicBezTo>
                  <a:pt x="1751164" y="0"/>
                  <a:pt x="1800200" y="49036"/>
                  <a:pt x="1800200" y="109524"/>
                </a:cubicBezTo>
                <a:lnTo>
                  <a:pt x="1800200" y="581397"/>
                </a:lnTo>
                <a:lnTo>
                  <a:pt x="0" y="581397"/>
                </a:lnTo>
                <a:lnTo>
                  <a:pt x="0" y="109524"/>
                </a:lnTo>
                <a:cubicBezTo>
                  <a:pt x="0" y="49036"/>
                  <a:pt x="49036" y="0"/>
                  <a:pt x="109524"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61" name="Rounded Rectangle 12">
            <a:extLst>
              <a:ext uri="{FF2B5EF4-FFF2-40B4-BE49-F238E27FC236}">
                <a16:creationId xmlns:a16="http://schemas.microsoft.com/office/drawing/2014/main" id="{9BA82624-95D1-4959-8B4B-944BD669DB41}"/>
              </a:ext>
            </a:extLst>
          </p:cNvPr>
          <p:cNvSpPr/>
          <p:nvPr/>
        </p:nvSpPr>
        <p:spPr>
          <a:xfrm flipH="1">
            <a:off x="8748424" y="4199780"/>
            <a:ext cx="1582600" cy="2226626"/>
          </a:xfrm>
          <a:prstGeom prst="roundRect">
            <a:avLst>
              <a:gd name="adj" fmla="val 608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62" name="Rounded Rectangle 8">
            <a:extLst>
              <a:ext uri="{FF2B5EF4-FFF2-40B4-BE49-F238E27FC236}">
                <a16:creationId xmlns:a16="http://schemas.microsoft.com/office/drawing/2014/main" id="{67CC823D-B53A-4205-B89B-A1FB23FAE935}"/>
              </a:ext>
            </a:extLst>
          </p:cNvPr>
          <p:cNvSpPr/>
          <p:nvPr/>
        </p:nvSpPr>
        <p:spPr>
          <a:xfrm flipH="1">
            <a:off x="8748423" y="4104639"/>
            <a:ext cx="1624936" cy="741819"/>
          </a:xfrm>
          <a:custGeom>
            <a:avLst/>
            <a:gdLst/>
            <a:ahLst/>
            <a:cxnLst/>
            <a:rect l="l" t="t" r="r" b="b"/>
            <a:pathLst>
              <a:path w="1800200" h="581397">
                <a:moveTo>
                  <a:pt x="109524" y="0"/>
                </a:moveTo>
                <a:lnTo>
                  <a:pt x="1690676" y="0"/>
                </a:lnTo>
                <a:cubicBezTo>
                  <a:pt x="1751164" y="0"/>
                  <a:pt x="1800200" y="49036"/>
                  <a:pt x="1800200" y="109524"/>
                </a:cubicBezTo>
                <a:lnTo>
                  <a:pt x="1800200" y="581397"/>
                </a:lnTo>
                <a:lnTo>
                  <a:pt x="0" y="581397"/>
                </a:lnTo>
                <a:lnTo>
                  <a:pt x="0" y="109524"/>
                </a:lnTo>
                <a:cubicBezTo>
                  <a:pt x="0" y="49036"/>
                  <a:pt x="49036" y="0"/>
                  <a:pt x="109524" y="0"/>
                </a:cubicBezTo>
                <a:close/>
              </a:path>
            </a:pathLst>
          </a:custGeom>
          <a:solidFill>
            <a:srgbClr val="25BD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64" name="TextBox 63">
            <a:extLst>
              <a:ext uri="{FF2B5EF4-FFF2-40B4-BE49-F238E27FC236}">
                <a16:creationId xmlns:a16="http://schemas.microsoft.com/office/drawing/2014/main" id="{F154565C-881A-49CB-9015-D7C16FF3B008}"/>
              </a:ext>
            </a:extLst>
          </p:cNvPr>
          <p:cNvSpPr txBox="1"/>
          <p:nvPr/>
        </p:nvSpPr>
        <p:spPr>
          <a:xfrm>
            <a:off x="5459807" y="4941599"/>
            <a:ext cx="1338774" cy="584775"/>
          </a:xfrm>
          <a:prstGeom prst="rect">
            <a:avLst/>
          </a:prstGeom>
          <a:noFill/>
        </p:spPr>
        <p:txBody>
          <a:bodyPr wrap="square" rtlCol="0">
            <a:spAutoFit/>
          </a:bodyPr>
          <a:lstStyle/>
          <a:p>
            <a:pPr algn="ctr"/>
            <a:r>
              <a:rPr lang="en-US" altLang="ko-KR" sz="1600" dirty="0">
                <a:solidFill>
                  <a:schemeClr val="tx1">
                    <a:lumMod val="75000"/>
                    <a:lumOff val="25000"/>
                  </a:schemeClr>
                </a:solidFill>
                <a:cs typeface="Arial" pitchFamily="34" charset="0"/>
              </a:rPr>
              <a:t>Front-end development</a:t>
            </a:r>
            <a:endParaRPr lang="en-US" altLang="ko-KR" sz="1600" dirty="0">
              <a:solidFill>
                <a:schemeClr val="tx1">
                  <a:lumMod val="65000"/>
                  <a:lumOff val="35000"/>
                </a:schemeClr>
              </a:solidFill>
              <a:cs typeface="Arial" pitchFamily="34" charset="0"/>
            </a:endParaRPr>
          </a:p>
        </p:txBody>
      </p:sp>
      <p:sp>
        <p:nvSpPr>
          <p:cNvPr id="65" name="TextBox 64">
            <a:extLst>
              <a:ext uri="{FF2B5EF4-FFF2-40B4-BE49-F238E27FC236}">
                <a16:creationId xmlns:a16="http://schemas.microsoft.com/office/drawing/2014/main" id="{F21CA100-5BBD-4380-AB3F-6A942684D9E8}"/>
              </a:ext>
            </a:extLst>
          </p:cNvPr>
          <p:cNvSpPr txBox="1"/>
          <p:nvPr/>
        </p:nvSpPr>
        <p:spPr>
          <a:xfrm>
            <a:off x="3745067" y="4942408"/>
            <a:ext cx="1338774" cy="584775"/>
          </a:xfrm>
          <a:prstGeom prst="rect">
            <a:avLst/>
          </a:prstGeom>
          <a:noFill/>
        </p:spPr>
        <p:txBody>
          <a:bodyPr wrap="square" rtlCol="0">
            <a:spAutoFit/>
          </a:bodyPr>
          <a:lstStyle/>
          <a:p>
            <a:pPr algn="ctr"/>
            <a:r>
              <a:rPr lang="en-US" altLang="ko-KR" sz="1600" dirty="0">
                <a:solidFill>
                  <a:schemeClr val="tx1">
                    <a:lumMod val="75000"/>
                    <a:lumOff val="25000"/>
                  </a:schemeClr>
                </a:solidFill>
                <a:cs typeface="Arial" pitchFamily="34" charset="0"/>
              </a:rPr>
              <a:t>Front-end development</a:t>
            </a:r>
            <a:endParaRPr lang="en-US" altLang="ko-KR" sz="1600" dirty="0">
              <a:solidFill>
                <a:schemeClr val="tx1">
                  <a:lumMod val="65000"/>
                  <a:lumOff val="35000"/>
                </a:schemeClr>
              </a:solidFill>
              <a:cs typeface="Arial" pitchFamily="34" charset="0"/>
            </a:endParaRPr>
          </a:p>
        </p:txBody>
      </p:sp>
      <p:sp>
        <p:nvSpPr>
          <p:cNvPr id="66" name="TextBox 65">
            <a:extLst>
              <a:ext uri="{FF2B5EF4-FFF2-40B4-BE49-F238E27FC236}">
                <a16:creationId xmlns:a16="http://schemas.microsoft.com/office/drawing/2014/main" id="{B1A54256-28DB-41F1-BB7B-D7DAB005F9A9}"/>
              </a:ext>
            </a:extLst>
          </p:cNvPr>
          <p:cNvSpPr txBox="1"/>
          <p:nvPr/>
        </p:nvSpPr>
        <p:spPr>
          <a:xfrm>
            <a:off x="8904311" y="4942408"/>
            <a:ext cx="1338774" cy="338554"/>
          </a:xfrm>
          <a:prstGeom prst="rect">
            <a:avLst/>
          </a:prstGeom>
          <a:noFill/>
        </p:spPr>
        <p:txBody>
          <a:bodyPr wrap="square" rtlCol="0">
            <a:spAutoFit/>
          </a:bodyPr>
          <a:lstStyle/>
          <a:p>
            <a:pPr algn="ctr"/>
            <a:r>
              <a:rPr lang="en-US" altLang="ko-KR" sz="1600" dirty="0">
                <a:solidFill>
                  <a:schemeClr val="tx1">
                    <a:lumMod val="75000"/>
                    <a:lumOff val="25000"/>
                  </a:schemeClr>
                </a:solidFill>
                <a:cs typeface="Arial" pitchFamily="34" charset="0"/>
              </a:rPr>
              <a:t>Database</a:t>
            </a:r>
            <a:endParaRPr lang="en-US" altLang="ko-KR" sz="1600" dirty="0">
              <a:solidFill>
                <a:schemeClr val="tx1">
                  <a:lumMod val="65000"/>
                  <a:lumOff val="35000"/>
                </a:schemeClr>
              </a:solidFill>
              <a:cs typeface="Arial" pitchFamily="34" charset="0"/>
            </a:endParaRPr>
          </a:p>
        </p:txBody>
      </p:sp>
      <p:sp>
        <p:nvSpPr>
          <p:cNvPr id="67" name="Rounded Rectangle 33">
            <a:extLst>
              <a:ext uri="{FF2B5EF4-FFF2-40B4-BE49-F238E27FC236}">
                <a16:creationId xmlns:a16="http://schemas.microsoft.com/office/drawing/2014/main" id="{F6E16F3F-FE25-42A3-ACD8-8F616B4D2805}"/>
              </a:ext>
            </a:extLst>
          </p:cNvPr>
          <p:cNvSpPr/>
          <p:nvPr/>
        </p:nvSpPr>
        <p:spPr>
          <a:xfrm flipH="1">
            <a:off x="1869573" y="4199780"/>
            <a:ext cx="1624935" cy="2226626"/>
          </a:xfrm>
          <a:prstGeom prst="roundRect">
            <a:avLst>
              <a:gd name="adj" fmla="val 608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68" name="Rounded Rectangle 8">
            <a:extLst>
              <a:ext uri="{FF2B5EF4-FFF2-40B4-BE49-F238E27FC236}">
                <a16:creationId xmlns:a16="http://schemas.microsoft.com/office/drawing/2014/main" id="{9C4F290A-C471-4189-80E8-F8C22516D58C}"/>
              </a:ext>
            </a:extLst>
          </p:cNvPr>
          <p:cNvSpPr/>
          <p:nvPr/>
        </p:nvSpPr>
        <p:spPr>
          <a:xfrm flipH="1">
            <a:off x="1869572" y="4104639"/>
            <a:ext cx="1624936" cy="741819"/>
          </a:xfrm>
          <a:custGeom>
            <a:avLst/>
            <a:gdLst/>
            <a:ahLst/>
            <a:cxnLst/>
            <a:rect l="l" t="t" r="r" b="b"/>
            <a:pathLst>
              <a:path w="1800200" h="581397">
                <a:moveTo>
                  <a:pt x="109524" y="0"/>
                </a:moveTo>
                <a:lnTo>
                  <a:pt x="1690676" y="0"/>
                </a:lnTo>
                <a:cubicBezTo>
                  <a:pt x="1751164" y="0"/>
                  <a:pt x="1800200" y="49036"/>
                  <a:pt x="1800200" y="109524"/>
                </a:cubicBezTo>
                <a:lnTo>
                  <a:pt x="1800200" y="581397"/>
                </a:lnTo>
                <a:lnTo>
                  <a:pt x="0" y="581397"/>
                </a:lnTo>
                <a:lnTo>
                  <a:pt x="0" y="109524"/>
                </a:lnTo>
                <a:cubicBezTo>
                  <a:pt x="0" y="49036"/>
                  <a:pt x="49036" y="0"/>
                  <a:pt x="109524" y="0"/>
                </a:cubicBezTo>
                <a:close/>
              </a:path>
            </a:pathLst>
          </a:custGeom>
          <a:solidFill>
            <a:srgbClr val="1B7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69" name="TextBox 68">
            <a:extLst>
              <a:ext uri="{FF2B5EF4-FFF2-40B4-BE49-F238E27FC236}">
                <a16:creationId xmlns:a16="http://schemas.microsoft.com/office/drawing/2014/main" id="{AE1EF70A-8FB6-415D-848B-584D49A23517}"/>
              </a:ext>
            </a:extLst>
          </p:cNvPr>
          <p:cNvSpPr txBox="1"/>
          <p:nvPr/>
        </p:nvSpPr>
        <p:spPr>
          <a:xfrm>
            <a:off x="2017734" y="4945438"/>
            <a:ext cx="1338774" cy="584775"/>
          </a:xfrm>
          <a:prstGeom prst="rect">
            <a:avLst/>
          </a:prstGeom>
          <a:noFill/>
        </p:spPr>
        <p:txBody>
          <a:bodyPr wrap="square" rtlCol="0">
            <a:spAutoFit/>
          </a:bodyPr>
          <a:lstStyle/>
          <a:p>
            <a:pPr algn="ctr"/>
            <a:r>
              <a:rPr lang="en-US" altLang="ko-KR" sz="1600" dirty="0">
                <a:solidFill>
                  <a:schemeClr val="tx1">
                    <a:lumMod val="75000"/>
                    <a:lumOff val="25000"/>
                  </a:schemeClr>
                </a:solidFill>
                <a:cs typeface="Arial" pitchFamily="34" charset="0"/>
              </a:rPr>
              <a:t>Front-end development</a:t>
            </a:r>
            <a:endParaRPr lang="en-US" altLang="ko-KR" sz="1600" dirty="0">
              <a:solidFill>
                <a:schemeClr val="tx1">
                  <a:lumMod val="65000"/>
                  <a:lumOff val="35000"/>
                </a:schemeClr>
              </a:solidFill>
              <a:cs typeface="Arial" pitchFamily="34" charset="0"/>
            </a:endParaRPr>
          </a:p>
        </p:txBody>
      </p:sp>
      <p:sp>
        <p:nvSpPr>
          <p:cNvPr id="83" name="Rounded Rectangle 12">
            <a:extLst>
              <a:ext uri="{FF2B5EF4-FFF2-40B4-BE49-F238E27FC236}">
                <a16:creationId xmlns:a16="http://schemas.microsoft.com/office/drawing/2014/main" id="{FF35C142-30F2-42BB-9E46-017387D6FAB4}"/>
              </a:ext>
            </a:extLst>
          </p:cNvPr>
          <p:cNvSpPr/>
          <p:nvPr/>
        </p:nvSpPr>
        <p:spPr>
          <a:xfrm flipH="1">
            <a:off x="7031251" y="4199780"/>
            <a:ext cx="1692379" cy="2226626"/>
          </a:xfrm>
          <a:prstGeom prst="roundRect">
            <a:avLst>
              <a:gd name="adj" fmla="val 608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84" name="Rounded Rectangle 8">
            <a:extLst>
              <a:ext uri="{FF2B5EF4-FFF2-40B4-BE49-F238E27FC236}">
                <a16:creationId xmlns:a16="http://schemas.microsoft.com/office/drawing/2014/main" id="{03D83E35-FC92-4772-85BF-34C00F453C29}"/>
              </a:ext>
            </a:extLst>
          </p:cNvPr>
          <p:cNvSpPr/>
          <p:nvPr/>
        </p:nvSpPr>
        <p:spPr>
          <a:xfrm flipH="1">
            <a:off x="7031251" y="4104639"/>
            <a:ext cx="1624936" cy="741819"/>
          </a:xfrm>
          <a:custGeom>
            <a:avLst/>
            <a:gdLst/>
            <a:ahLst/>
            <a:cxnLst/>
            <a:rect l="l" t="t" r="r" b="b"/>
            <a:pathLst>
              <a:path w="1800200" h="581397">
                <a:moveTo>
                  <a:pt x="109524" y="0"/>
                </a:moveTo>
                <a:lnTo>
                  <a:pt x="1690676" y="0"/>
                </a:lnTo>
                <a:cubicBezTo>
                  <a:pt x="1751164" y="0"/>
                  <a:pt x="1800200" y="49036"/>
                  <a:pt x="1800200" y="109524"/>
                </a:cubicBezTo>
                <a:lnTo>
                  <a:pt x="1800200" y="581397"/>
                </a:lnTo>
                <a:lnTo>
                  <a:pt x="0" y="581397"/>
                </a:lnTo>
                <a:lnTo>
                  <a:pt x="0" y="109524"/>
                </a:lnTo>
                <a:cubicBezTo>
                  <a:pt x="0" y="49036"/>
                  <a:pt x="49036" y="0"/>
                  <a:pt x="109524" y="0"/>
                </a:cubicBezTo>
                <a:close/>
              </a:path>
            </a:pathLst>
          </a:custGeom>
          <a:solidFill>
            <a:srgbClr val="92CF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85" name="TextBox 84">
            <a:extLst>
              <a:ext uri="{FF2B5EF4-FFF2-40B4-BE49-F238E27FC236}">
                <a16:creationId xmlns:a16="http://schemas.microsoft.com/office/drawing/2014/main" id="{EA8AEF64-861E-4A37-90E9-4C3B6E4180FB}"/>
              </a:ext>
            </a:extLst>
          </p:cNvPr>
          <p:cNvSpPr txBox="1"/>
          <p:nvPr/>
        </p:nvSpPr>
        <p:spPr>
          <a:xfrm>
            <a:off x="7174332" y="4941599"/>
            <a:ext cx="1338774" cy="584775"/>
          </a:xfrm>
          <a:prstGeom prst="rect">
            <a:avLst/>
          </a:prstGeom>
          <a:noFill/>
        </p:spPr>
        <p:txBody>
          <a:bodyPr wrap="square" rtlCol="0">
            <a:spAutoFit/>
          </a:bodyPr>
          <a:lstStyle/>
          <a:p>
            <a:pPr algn="ctr"/>
            <a:r>
              <a:rPr lang="en-US" altLang="ko-KR" sz="1600" dirty="0">
                <a:solidFill>
                  <a:schemeClr val="tx1">
                    <a:lumMod val="75000"/>
                    <a:lumOff val="25000"/>
                  </a:schemeClr>
                </a:solidFill>
                <a:cs typeface="Arial" pitchFamily="34" charset="0"/>
              </a:rPr>
              <a:t>Back-end development</a:t>
            </a:r>
            <a:endParaRPr lang="en-US" altLang="ko-KR" sz="1600" dirty="0">
              <a:solidFill>
                <a:schemeClr val="tx1">
                  <a:lumMod val="65000"/>
                  <a:lumOff val="35000"/>
                </a:schemeClr>
              </a:solidFill>
              <a:cs typeface="Arial" pitchFamily="34" charset="0"/>
            </a:endParaRPr>
          </a:p>
        </p:txBody>
      </p:sp>
      <p:sp>
        <p:nvSpPr>
          <p:cNvPr id="93" name="TextBox 92"/>
          <p:cNvSpPr txBox="1"/>
          <p:nvPr/>
        </p:nvSpPr>
        <p:spPr>
          <a:xfrm>
            <a:off x="2297766" y="4275493"/>
            <a:ext cx="743537" cy="400110"/>
          </a:xfrm>
          <a:prstGeom prst="rect">
            <a:avLst/>
          </a:prstGeom>
          <a:noFill/>
        </p:spPr>
        <p:txBody>
          <a:bodyPr wrap="square" rtlCol="0">
            <a:spAutoFit/>
          </a:bodyPr>
          <a:lstStyle/>
          <a:p>
            <a:r>
              <a:rPr lang="en-IN" sz="2000" b="1" dirty="0">
                <a:solidFill>
                  <a:schemeClr val="bg1"/>
                </a:solidFill>
                <a:latin typeface="Cambria" panose="02040503050406030204" pitchFamily="18" charset="0"/>
                <a:ea typeface="Cambria" panose="02040503050406030204" pitchFamily="18" charset="0"/>
              </a:rPr>
              <a:t>CSS3</a:t>
            </a:r>
          </a:p>
        </p:txBody>
      </p:sp>
      <p:sp>
        <p:nvSpPr>
          <p:cNvPr id="94" name="TextBox 93"/>
          <p:cNvSpPr txBox="1"/>
          <p:nvPr/>
        </p:nvSpPr>
        <p:spPr>
          <a:xfrm>
            <a:off x="3730567" y="4275493"/>
            <a:ext cx="1475347" cy="400110"/>
          </a:xfrm>
          <a:prstGeom prst="rect">
            <a:avLst/>
          </a:prstGeom>
          <a:noFill/>
        </p:spPr>
        <p:txBody>
          <a:bodyPr wrap="square" rtlCol="0">
            <a:spAutoFit/>
          </a:bodyPr>
          <a:lstStyle/>
          <a:p>
            <a:r>
              <a:rPr lang="en-IN" sz="2000" b="1" dirty="0">
                <a:solidFill>
                  <a:schemeClr val="bg1"/>
                </a:solidFill>
                <a:latin typeface="Cambria" panose="02040503050406030204" pitchFamily="18" charset="0"/>
                <a:ea typeface="Cambria" panose="02040503050406030204" pitchFamily="18" charset="0"/>
              </a:rPr>
              <a:t>JavaScript</a:t>
            </a:r>
          </a:p>
        </p:txBody>
      </p:sp>
      <p:sp>
        <p:nvSpPr>
          <p:cNvPr id="95" name="TextBox 94"/>
          <p:cNvSpPr txBox="1"/>
          <p:nvPr/>
        </p:nvSpPr>
        <p:spPr>
          <a:xfrm>
            <a:off x="5459807" y="4274297"/>
            <a:ext cx="1410374" cy="400110"/>
          </a:xfrm>
          <a:prstGeom prst="rect">
            <a:avLst/>
          </a:prstGeom>
          <a:noFill/>
        </p:spPr>
        <p:txBody>
          <a:bodyPr wrap="square" rtlCol="0">
            <a:spAutoFit/>
          </a:bodyPr>
          <a:lstStyle/>
          <a:p>
            <a:r>
              <a:rPr lang="en-IN" sz="2000" b="1" dirty="0">
                <a:solidFill>
                  <a:schemeClr val="bg1"/>
                </a:solidFill>
                <a:latin typeface="Cambria" panose="02040503050406030204" pitchFamily="18" charset="0"/>
                <a:ea typeface="Cambria" panose="02040503050406030204" pitchFamily="18" charset="0"/>
              </a:rPr>
              <a:t>Bootstrap</a:t>
            </a:r>
          </a:p>
        </p:txBody>
      </p:sp>
      <p:sp>
        <p:nvSpPr>
          <p:cNvPr id="96" name="TextBox 95"/>
          <p:cNvSpPr txBox="1"/>
          <p:nvPr/>
        </p:nvSpPr>
        <p:spPr>
          <a:xfrm>
            <a:off x="7245754" y="4250821"/>
            <a:ext cx="1195930" cy="400110"/>
          </a:xfrm>
          <a:prstGeom prst="rect">
            <a:avLst/>
          </a:prstGeom>
          <a:noFill/>
        </p:spPr>
        <p:txBody>
          <a:bodyPr wrap="square" rtlCol="0">
            <a:spAutoFit/>
          </a:bodyPr>
          <a:lstStyle/>
          <a:p>
            <a:r>
              <a:rPr lang="en-IN" sz="2000" b="1" dirty="0">
                <a:solidFill>
                  <a:schemeClr val="bg1"/>
                </a:solidFill>
                <a:latin typeface="Cambria" panose="02040503050406030204" pitchFamily="18" charset="0"/>
                <a:ea typeface="Cambria" panose="02040503050406030204" pitchFamily="18" charset="0"/>
              </a:rPr>
              <a:t>Node.js</a:t>
            </a:r>
          </a:p>
        </p:txBody>
      </p:sp>
      <p:sp>
        <p:nvSpPr>
          <p:cNvPr id="97" name="TextBox 96"/>
          <p:cNvSpPr txBox="1"/>
          <p:nvPr/>
        </p:nvSpPr>
        <p:spPr>
          <a:xfrm>
            <a:off x="8799266" y="4263396"/>
            <a:ext cx="1504349" cy="400110"/>
          </a:xfrm>
          <a:prstGeom prst="rect">
            <a:avLst/>
          </a:prstGeom>
          <a:noFill/>
        </p:spPr>
        <p:txBody>
          <a:bodyPr wrap="square" rtlCol="0">
            <a:spAutoFit/>
          </a:bodyPr>
          <a:lstStyle/>
          <a:p>
            <a:r>
              <a:rPr lang="en-IN" sz="2000" b="1" dirty="0">
                <a:solidFill>
                  <a:schemeClr val="bg1"/>
                </a:solidFill>
                <a:latin typeface="Cambria" panose="02040503050406030204" pitchFamily="18" charset="0"/>
                <a:ea typeface="Cambria" panose="02040503050406030204" pitchFamily="18" charset="0"/>
              </a:rPr>
              <a:t>MongoDB</a:t>
            </a:r>
          </a:p>
        </p:txBody>
      </p:sp>
      <p:sp>
        <p:nvSpPr>
          <p:cNvPr id="99" name="Rounded Rectangle 8">
            <a:extLst>
              <a:ext uri="{FF2B5EF4-FFF2-40B4-BE49-F238E27FC236}">
                <a16:creationId xmlns:a16="http://schemas.microsoft.com/office/drawing/2014/main" id="{67CC823D-B53A-4205-B89B-A1FB23FAE935}"/>
              </a:ext>
            </a:extLst>
          </p:cNvPr>
          <p:cNvSpPr/>
          <p:nvPr/>
        </p:nvSpPr>
        <p:spPr>
          <a:xfrm flipH="1">
            <a:off x="10450964" y="4092064"/>
            <a:ext cx="1624936" cy="741819"/>
          </a:xfrm>
          <a:custGeom>
            <a:avLst/>
            <a:gdLst/>
            <a:ahLst/>
            <a:cxnLst/>
            <a:rect l="l" t="t" r="r" b="b"/>
            <a:pathLst>
              <a:path w="1800200" h="581397">
                <a:moveTo>
                  <a:pt x="109524" y="0"/>
                </a:moveTo>
                <a:lnTo>
                  <a:pt x="1690676" y="0"/>
                </a:lnTo>
                <a:cubicBezTo>
                  <a:pt x="1751164" y="0"/>
                  <a:pt x="1800200" y="49036"/>
                  <a:pt x="1800200" y="109524"/>
                </a:cubicBezTo>
                <a:lnTo>
                  <a:pt x="1800200" y="581397"/>
                </a:lnTo>
                <a:lnTo>
                  <a:pt x="0" y="581397"/>
                </a:lnTo>
                <a:lnTo>
                  <a:pt x="0" y="109524"/>
                </a:lnTo>
                <a:cubicBezTo>
                  <a:pt x="0" y="49036"/>
                  <a:pt x="49036" y="0"/>
                  <a:pt x="109524" y="0"/>
                </a:cubicBezTo>
                <a:close/>
              </a:path>
            </a:pathLst>
          </a:custGeom>
          <a:solidFill>
            <a:srgbClr val="F6AF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00" name="TextBox 99">
            <a:extLst>
              <a:ext uri="{FF2B5EF4-FFF2-40B4-BE49-F238E27FC236}">
                <a16:creationId xmlns:a16="http://schemas.microsoft.com/office/drawing/2014/main" id="{B1A54256-28DB-41F1-BB7B-D7DAB005F9A9}"/>
              </a:ext>
            </a:extLst>
          </p:cNvPr>
          <p:cNvSpPr txBox="1"/>
          <p:nvPr/>
        </p:nvSpPr>
        <p:spPr>
          <a:xfrm>
            <a:off x="10606852" y="4941599"/>
            <a:ext cx="1338774" cy="338554"/>
          </a:xfrm>
          <a:prstGeom prst="rect">
            <a:avLst/>
          </a:prstGeom>
          <a:noFill/>
        </p:spPr>
        <p:txBody>
          <a:bodyPr wrap="square" rtlCol="0">
            <a:spAutoFit/>
          </a:bodyPr>
          <a:lstStyle/>
          <a:p>
            <a:pPr algn="ctr"/>
            <a:r>
              <a:rPr lang="en-US" altLang="ko-KR" sz="1600" dirty="0">
                <a:solidFill>
                  <a:schemeClr val="tx1">
                    <a:lumMod val="75000"/>
                    <a:lumOff val="25000"/>
                  </a:schemeClr>
                </a:solidFill>
                <a:cs typeface="Arial" pitchFamily="34" charset="0"/>
              </a:rPr>
              <a:t>Server</a:t>
            </a:r>
            <a:endParaRPr lang="en-US" altLang="ko-KR" sz="1600" dirty="0">
              <a:solidFill>
                <a:schemeClr val="tx1">
                  <a:lumMod val="65000"/>
                  <a:lumOff val="35000"/>
                </a:schemeClr>
              </a:solidFill>
              <a:cs typeface="Arial" pitchFamily="34" charset="0"/>
            </a:endParaRPr>
          </a:p>
        </p:txBody>
      </p:sp>
      <p:sp>
        <p:nvSpPr>
          <p:cNvPr id="101" name="TextBox 100"/>
          <p:cNvSpPr txBox="1"/>
          <p:nvPr/>
        </p:nvSpPr>
        <p:spPr>
          <a:xfrm>
            <a:off x="10752406" y="4250821"/>
            <a:ext cx="1047666" cy="400110"/>
          </a:xfrm>
          <a:prstGeom prst="rect">
            <a:avLst/>
          </a:prstGeom>
          <a:noFill/>
        </p:spPr>
        <p:txBody>
          <a:bodyPr wrap="square" rtlCol="0">
            <a:spAutoFit/>
          </a:bodyPr>
          <a:lstStyle/>
          <a:p>
            <a:r>
              <a:rPr lang="en-US" sz="2000" b="1" dirty="0">
                <a:solidFill>
                  <a:schemeClr val="bg1"/>
                </a:solidFill>
                <a:latin typeface="Cambria" panose="02040503050406030204" pitchFamily="18" charset="0"/>
                <a:ea typeface="Cambria" panose="02040503050406030204" pitchFamily="18" charset="0"/>
              </a:rPr>
              <a:t>A.</a:t>
            </a:r>
            <a:r>
              <a:rPr lang="en-IN" sz="2000" b="1" dirty="0">
                <a:solidFill>
                  <a:schemeClr val="bg1"/>
                </a:solidFill>
                <a:latin typeface="Cambria" panose="02040503050406030204" pitchFamily="18" charset="0"/>
                <a:ea typeface="Cambria" panose="02040503050406030204" pitchFamily="18" charset="0"/>
              </a:rPr>
              <a:t>W.S.</a:t>
            </a:r>
          </a:p>
        </p:txBody>
      </p:sp>
      <p:sp>
        <p:nvSpPr>
          <p:cNvPr id="104" name="TextBox 103">
            <a:extLst>
              <a:ext uri="{FF2B5EF4-FFF2-40B4-BE49-F238E27FC236}">
                <a16:creationId xmlns:a16="http://schemas.microsoft.com/office/drawing/2014/main" id="{B1A54256-28DB-41F1-BB7B-D7DAB005F9A9}"/>
              </a:ext>
            </a:extLst>
          </p:cNvPr>
          <p:cNvSpPr txBox="1"/>
          <p:nvPr/>
        </p:nvSpPr>
        <p:spPr>
          <a:xfrm>
            <a:off x="4136903" y="2129328"/>
            <a:ext cx="3631545" cy="584775"/>
          </a:xfrm>
          <a:prstGeom prst="rect">
            <a:avLst/>
          </a:prstGeom>
          <a:noFill/>
        </p:spPr>
        <p:txBody>
          <a:bodyPr wrap="square" rtlCol="0">
            <a:spAutoFit/>
          </a:bodyPr>
          <a:lstStyle/>
          <a:p>
            <a:pPr algn="ctr"/>
            <a:r>
              <a:rPr lang="en-US" altLang="ko-KR" sz="3200" dirty="0">
                <a:solidFill>
                  <a:schemeClr val="tx1">
                    <a:lumMod val="75000"/>
                    <a:lumOff val="25000"/>
                  </a:schemeClr>
                </a:solidFill>
                <a:latin typeface="Cambria" panose="02040503050406030204" pitchFamily="18" charset="0"/>
                <a:ea typeface="Cambria" panose="02040503050406030204" pitchFamily="18" charset="0"/>
                <a:cs typeface="Arial" pitchFamily="34" charset="0"/>
              </a:rPr>
              <a:t>Technology Used</a:t>
            </a:r>
            <a:endParaRPr lang="en-US" altLang="ko-KR" sz="3200" dirty="0">
              <a:solidFill>
                <a:schemeClr val="tx1">
                  <a:lumMod val="65000"/>
                  <a:lumOff val="35000"/>
                </a:schemeClr>
              </a:solidFill>
              <a:latin typeface="Cambria" panose="02040503050406030204" pitchFamily="18" charset="0"/>
              <a:ea typeface="Cambria" panose="02040503050406030204" pitchFamily="18" charset="0"/>
              <a:cs typeface="Arial" pitchFamily="34" charset="0"/>
            </a:endParaRPr>
          </a:p>
        </p:txBody>
      </p:sp>
      <p:sp>
        <p:nvSpPr>
          <p:cNvPr id="2" name="Rounded Rectangle 3">
            <a:extLst>
              <a:ext uri="{FF2B5EF4-FFF2-40B4-BE49-F238E27FC236}">
                <a16:creationId xmlns:a16="http://schemas.microsoft.com/office/drawing/2014/main" id="{B8E61DA8-BD8E-4BA2-A3DE-F334A44B3224}"/>
              </a:ext>
            </a:extLst>
          </p:cNvPr>
          <p:cNvSpPr/>
          <p:nvPr/>
        </p:nvSpPr>
        <p:spPr>
          <a:xfrm flipH="1">
            <a:off x="172720" y="4199780"/>
            <a:ext cx="1594455" cy="2226626"/>
          </a:xfrm>
          <a:prstGeom prst="roundRect">
            <a:avLst>
              <a:gd name="adj" fmla="val 608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3" name="Rounded Rectangle 8">
            <a:extLst>
              <a:ext uri="{FF2B5EF4-FFF2-40B4-BE49-F238E27FC236}">
                <a16:creationId xmlns:a16="http://schemas.microsoft.com/office/drawing/2014/main" id="{28804749-AAD8-4735-92EB-9932CCC13B87}"/>
              </a:ext>
            </a:extLst>
          </p:cNvPr>
          <p:cNvSpPr/>
          <p:nvPr/>
        </p:nvSpPr>
        <p:spPr>
          <a:xfrm flipH="1">
            <a:off x="160214" y="4115470"/>
            <a:ext cx="1624936" cy="741819"/>
          </a:xfrm>
          <a:custGeom>
            <a:avLst/>
            <a:gdLst/>
            <a:ahLst/>
            <a:cxnLst/>
            <a:rect l="l" t="t" r="r" b="b"/>
            <a:pathLst>
              <a:path w="1800200" h="581397">
                <a:moveTo>
                  <a:pt x="109524" y="0"/>
                </a:moveTo>
                <a:lnTo>
                  <a:pt x="1690676" y="0"/>
                </a:lnTo>
                <a:cubicBezTo>
                  <a:pt x="1751164" y="0"/>
                  <a:pt x="1800200" y="49036"/>
                  <a:pt x="1800200" y="109524"/>
                </a:cubicBezTo>
                <a:lnTo>
                  <a:pt x="1800200" y="581397"/>
                </a:lnTo>
                <a:lnTo>
                  <a:pt x="0" y="581397"/>
                </a:lnTo>
                <a:lnTo>
                  <a:pt x="0" y="109524"/>
                </a:lnTo>
                <a:cubicBezTo>
                  <a:pt x="0" y="49036"/>
                  <a:pt x="49036" y="0"/>
                  <a:pt x="109524" y="0"/>
                </a:cubicBez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4" name="TextBox 3">
            <a:extLst>
              <a:ext uri="{FF2B5EF4-FFF2-40B4-BE49-F238E27FC236}">
                <a16:creationId xmlns:a16="http://schemas.microsoft.com/office/drawing/2014/main" id="{E5C981E0-6E3D-4E68-8650-37C48358978F}"/>
              </a:ext>
            </a:extLst>
          </p:cNvPr>
          <p:cNvSpPr txBox="1"/>
          <p:nvPr/>
        </p:nvSpPr>
        <p:spPr>
          <a:xfrm>
            <a:off x="303295" y="4941599"/>
            <a:ext cx="1338774" cy="584775"/>
          </a:xfrm>
          <a:prstGeom prst="rect">
            <a:avLst/>
          </a:prstGeom>
          <a:noFill/>
        </p:spPr>
        <p:txBody>
          <a:bodyPr wrap="square" rtlCol="0">
            <a:spAutoFit/>
          </a:bodyPr>
          <a:lstStyle/>
          <a:p>
            <a:pPr algn="ctr"/>
            <a:r>
              <a:rPr lang="en-US" altLang="ko-KR" sz="1600" dirty="0">
                <a:solidFill>
                  <a:schemeClr val="tx1">
                    <a:lumMod val="75000"/>
                    <a:lumOff val="25000"/>
                  </a:schemeClr>
                </a:solidFill>
                <a:cs typeface="Arial" pitchFamily="34" charset="0"/>
              </a:rPr>
              <a:t>Front-end development</a:t>
            </a:r>
            <a:endParaRPr lang="en-US" altLang="ko-KR" sz="1600" dirty="0">
              <a:solidFill>
                <a:schemeClr val="tx1">
                  <a:lumMod val="65000"/>
                  <a:lumOff val="35000"/>
                </a:schemeClr>
              </a:solidFill>
              <a:cs typeface="Arial" pitchFamily="34" charset="0"/>
            </a:endParaRPr>
          </a:p>
        </p:txBody>
      </p:sp>
      <p:sp>
        <p:nvSpPr>
          <p:cNvPr id="5" name="TextBox 4"/>
          <p:cNvSpPr txBox="1"/>
          <p:nvPr/>
        </p:nvSpPr>
        <p:spPr>
          <a:xfrm>
            <a:off x="455210" y="4286324"/>
            <a:ext cx="1034944" cy="400110"/>
          </a:xfrm>
          <a:prstGeom prst="rect">
            <a:avLst/>
          </a:prstGeom>
          <a:noFill/>
        </p:spPr>
        <p:txBody>
          <a:bodyPr wrap="square" rtlCol="0">
            <a:spAutoFit/>
          </a:bodyPr>
          <a:lstStyle/>
          <a:p>
            <a:r>
              <a:rPr lang="en-IN" sz="2000" b="1" dirty="0">
                <a:solidFill>
                  <a:schemeClr val="bg1"/>
                </a:solidFill>
                <a:latin typeface="Cambria" panose="02040503050406030204" pitchFamily="18" charset="0"/>
                <a:ea typeface="Cambria" panose="02040503050406030204" pitchFamily="18" charset="0"/>
              </a:rPr>
              <a:t>HTML5</a:t>
            </a:r>
          </a:p>
        </p:txBody>
      </p:sp>
      <p:pic>
        <p:nvPicPr>
          <p:cNvPr id="2056" name="Picture 8" descr="HTML5 - Wikipedia">
            <a:extLst>
              <a:ext uri="{FF2B5EF4-FFF2-40B4-BE49-F238E27FC236}">
                <a16:creationId xmlns:a16="http://schemas.microsoft.com/office/drawing/2014/main" id="{3882DD7B-0D57-D5A5-BEFA-CABFC448B66B}"/>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80531" y="5492262"/>
            <a:ext cx="904924" cy="904924"/>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Css3 icon - Free download on Iconfinder">
            <a:extLst>
              <a:ext uri="{FF2B5EF4-FFF2-40B4-BE49-F238E27FC236}">
                <a16:creationId xmlns:a16="http://schemas.microsoft.com/office/drawing/2014/main" id="{A7E306FB-348D-15E2-1BB7-85753FA832CC}"/>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201770" y="5469339"/>
            <a:ext cx="957067" cy="957067"/>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a:extLst>
              <a:ext uri="{FF2B5EF4-FFF2-40B4-BE49-F238E27FC236}">
                <a16:creationId xmlns:a16="http://schemas.microsoft.com/office/drawing/2014/main" id="{099E9F09-6326-F75D-04CE-5CB8430E0CCB}"/>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938248" y="5504477"/>
            <a:ext cx="921929" cy="921929"/>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Bootstrap Logo png images | PNGWing">
            <a:extLst>
              <a:ext uri="{FF2B5EF4-FFF2-40B4-BE49-F238E27FC236}">
                <a16:creationId xmlns:a16="http://schemas.microsoft.com/office/drawing/2014/main" id="{18948707-966D-2877-1ABD-E0FC06683224}"/>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5760722" y="5584807"/>
            <a:ext cx="783165" cy="783165"/>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a:extLst>
              <a:ext uri="{FF2B5EF4-FFF2-40B4-BE49-F238E27FC236}">
                <a16:creationId xmlns:a16="http://schemas.microsoft.com/office/drawing/2014/main" id="{E8B97C7A-7CA8-09ED-67B0-6EF46CF5C30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160300" y="5534535"/>
            <a:ext cx="1366837" cy="833437"/>
          </a:xfrm>
          <a:prstGeom prst="rect">
            <a:avLst/>
          </a:prstGeom>
          <a:noFill/>
          <a:extLst>
            <a:ext uri="{909E8E84-426E-40DD-AFC4-6F175D3DCCD1}">
              <a14:hiddenFill xmlns:a14="http://schemas.microsoft.com/office/drawing/2010/main">
                <a:solidFill>
                  <a:srgbClr val="FFFFFF"/>
                </a:solidFill>
              </a14:hiddenFill>
            </a:ext>
          </a:extLst>
        </p:spPr>
      </p:pic>
      <p:pic>
        <p:nvPicPr>
          <p:cNvPr id="2068" name="Picture 20" descr="MongoDB logo and symbol, meaning, history, PNG">
            <a:extLst>
              <a:ext uri="{FF2B5EF4-FFF2-40B4-BE49-F238E27FC236}">
                <a16:creationId xmlns:a16="http://schemas.microsoft.com/office/drawing/2014/main" id="{ED1D2BE3-F864-E1D0-55E1-E19A7CA1EC9B}"/>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9044656" y="5539745"/>
            <a:ext cx="1032469" cy="645293"/>
          </a:xfrm>
          <a:prstGeom prst="rect">
            <a:avLst/>
          </a:prstGeom>
          <a:noFill/>
          <a:extLst>
            <a:ext uri="{909E8E84-426E-40DD-AFC4-6F175D3DCCD1}">
              <a14:hiddenFill xmlns:a14="http://schemas.microsoft.com/office/drawing/2010/main">
                <a:solidFill>
                  <a:srgbClr val="FFFFFF"/>
                </a:solidFill>
              </a14:hiddenFill>
            </a:ext>
          </a:extLst>
        </p:spPr>
      </p:pic>
      <p:pic>
        <p:nvPicPr>
          <p:cNvPr id="2070" name="Picture 22" descr="AWS">
            <a:extLst>
              <a:ext uri="{FF2B5EF4-FFF2-40B4-BE49-F238E27FC236}">
                <a16:creationId xmlns:a16="http://schemas.microsoft.com/office/drawing/2014/main" id="{194F11CC-FE26-2241-1CD3-E36370812FDB}"/>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0471897" y="5359141"/>
            <a:ext cx="1608684" cy="904885"/>
          </a:xfrm>
          <a:prstGeom prst="rect">
            <a:avLst/>
          </a:prstGeom>
          <a:noFill/>
          <a:extLst>
            <a:ext uri="{909E8E84-426E-40DD-AFC4-6F175D3DCCD1}">
              <a14:hiddenFill xmlns:a14="http://schemas.microsoft.com/office/drawing/2010/main">
                <a:solidFill>
                  <a:srgbClr val="FFFFFF"/>
                </a:solidFill>
              </a14:hiddenFill>
            </a:ext>
          </a:extLst>
        </p:spPr>
      </p:pic>
      <p:pic>
        <p:nvPicPr>
          <p:cNvPr id="2072" name="Picture 24" descr="Details 111+ machine learning logo latest - toyotabienhoa.edu.vn">
            <a:extLst>
              <a:ext uri="{FF2B5EF4-FFF2-40B4-BE49-F238E27FC236}">
                <a16:creationId xmlns:a16="http://schemas.microsoft.com/office/drawing/2014/main" id="{C7076CBD-A015-BD77-7976-E354FF6D54D2}"/>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3027170" y="2678211"/>
            <a:ext cx="1336427" cy="133272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2074" name="Picture 26" descr="Ultralytics YOLO11 Has Arrived! Redefine What's Possible in AI! by Abirami  Vina">
            <a:extLst>
              <a:ext uri="{FF2B5EF4-FFF2-40B4-BE49-F238E27FC236}">
                <a16:creationId xmlns:a16="http://schemas.microsoft.com/office/drawing/2014/main" id="{DD3FF6E0-567F-BD27-4A35-6BBE3FBCDB29}"/>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4632240" y="2749615"/>
            <a:ext cx="2166342" cy="1233017"/>
          </a:xfrm>
          <a:prstGeom prst="rect">
            <a:avLst/>
          </a:prstGeom>
          <a:noFill/>
          <a:extLst>
            <a:ext uri="{909E8E84-426E-40DD-AFC4-6F175D3DCCD1}">
              <a14:hiddenFill xmlns:a14="http://schemas.microsoft.com/office/drawing/2010/main">
                <a:solidFill>
                  <a:srgbClr val="FFFFFF"/>
                </a:solidFill>
              </a14:hiddenFill>
            </a:ext>
          </a:extLst>
        </p:spPr>
      </p:pic>
      <p:pic>
        <p:nvPicPr>
          <p:cNvPr id="2078" name="Picture 30" descr="Roboflow Trust Center | Powered by SafeBase">
            <a:extLst>
              <a:ext uri="{FF2B5EF4-FFF2-40B4-BE49-F238E27FC236}">
                <a16:creationId xmlns:a16="http://schemas.microsoft.com/office/drawing/2014/main" id="{B4B29B5B-142A-6015-1BF5-50A19F5A6536}"/>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7031251" y="2913575"/>
            <a:ext cx="2133579" cy="670522"/>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2086" name="Picture 38" descr="Democratizing AI: The Hugging Face Ethos of Accessible ML">
            <a:extLst>
              <a:ext uri="{FF2B5EF4-FFF2-40B4-BE49-F238E27FC236}">
                <a16:creationId xmlns:a16="http://schemas.microsoft.com/office/drawing/2014/main" id="{08FD367D-072F-BA0B-3411-9E767110D77C}"/>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736670" y="2602078"/>
            <a:ext cx="2061010" cy="137400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pic>
        <p:nvPicPr>
          <p:cNvPr id="2088" name="Picture 40" descr="Python Vector Logo - Download Free SVG Icon | Worldvectorlogo">
            <a:extLst>
              <a:ext uri="{FF2B5EF4-FFF2-40B4-BE49-F238E27FC236}">
                <a16:creationId xmlns:a16="http://schemas.microsoft.com/office/drawing/2014/main" id="{1E2CCC98-950A-CEC3-FD93-0FD9CFD0C12E}"/>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382747" y="2811614"/>
            <a:ext cx="1009650" cy="1128713"/>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2090" name="Picture 42" descr="Find pre installed packages in Google Colab | | D2NTA_10 #shorts">
            <a:extLst>
              <a:ext uri="{FF2B5EF4-FFF2-40B4-BE49-F238E27FC236}">
                <a16:creationId xmlns:a16="http://schemas.microsoft.com/office/drawing/2014/main" id="{1C151660-C3A5-4DC1-FF8D-D492ED14BC64}"/>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10563334" y="2714103"/>
            <a:ext cx="1490154" cy="119500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37AFD128-BE76-E4E7-0552-FA4C115B2D48}"/>
              </a:ext>
            </a:extLst>
          </p:cNvPr>
          <p:cNvSpPr/>
          <p:nvPr/>
        </p:nvSpPr>
        <p:spPr>
          <a:xfrm>
            <a:off x="7245753" y="1829505"/>
            <a:ext cx="2480137" cy="24138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Authentication Access</a:t>
            </a:r>
          </a:p>
        </p:txBody>
      </p:sp>
      <p:pic>
        <p:nvPicPr>
          <p:cNvPr id="2092" name="Picture 44" descr="Computer Icons Login Authentication, security, logo, fingerprint, check  Mark png | PNGWing">
            <a:extLst>
              <a:ext uri="{FF2B5EF4-FFF2-40B4-BE49-F238E27FC236}">
                <a16:creationId xmlns:a16="http://schemas.microsoft.com/office/drawing/2014/main" id="{42FFBF4D-68C4-54EB-A29D-0EB084A67932}"/>
              </a:ext>
            </a:extLst>
          </p:cNvPr>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7968611" y="670856"/>
            <a:ext cx="1076045" cy="107604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3DDC2B4-2270-0F39-F4A7-ADD4B5D79805}"/>
              </a:ext>
            </a:extLst>
          </p:cNvPr>
          <p:cNvSpPr txBox="1"/>
          <p:nvPr/>
        </p:nvSpPr>
        <p:spPr>
          <a:xfrm>
            <a:off x="9535201" y="326593"/>
            <a:ext cx="2880030" cy="369332"/>
          </a:xfrm>
          <a:prstGeom prst="rect">
            <a:avLst/>
          </a:prstGeom>
          <a:noFill/>
        </p:spPr>
        <p:txBody>
          <a:bodyPr wrap="square" rtlCol="0">
            <a:spAutoFit/>
          </a:bodyPr>
          <a:lstStyle/>
          <a:p>
            <a:r>
              <a:rPr lang="en-US" dirty="0">
                <a:hlinkClick r:id="rId21"/>
              </a:rPr>
              <a:t>BASE REASEARCH PAPER</a:t>
            </a:r>
            <a:endParaRPr lang="en-IN" dirty="0"/>
          </a:p>
        </p:txBody>
      </p:sp>
      <p:sp>
        <p:nvSpPr>
          <p:cNvPr id="8" name="TextBox 7">
            <a:extLst>
              <a:ext uri="{FF2B5EF4-FFF2-40B4-BE49-F238E27FC236}">
                <a16:creationId xmlns:a16="http://schemas.microsoft.com/office/drawing/2014/main" id="{B2CC4747-8E6E-FC63-7BC5-7A1DD12F2E3C}"/>
              </a:ext>
            </a:extLst>
          </p:cNvPr>
          <p:cNvSpPr txBox="1"/>
          <p:nvPr/>
        </p:nvSpPr>
        <p:spPr>
          <a:xfrm>
            <a:off x="9164830" y="745207"/>
            <a:ext cx="3079922" cy="369332"/>
          </a:xfrm>
          <a:prstGeom prst="rect">
            <a:avLst/>
          </a:prstGeom>
          <a:noFill/>
        </p:spPr>
        <p:txBody>
          <a:bodyPr wrap="square" rtlCol="0" anchor="ctr">
            <a:spAutoFit/>
          </a:bodyPr>
          <a:lstStyle/>
          <a:p>
            <a:r>
              <a:rPr lang="en-US" sz="1800" b="0" dirty="0">
                <a:hlinkClick r:id="rId22"/>
              </a:rPr>
              <a:t>Helmet_Detection_OCR_ANPR</a:t>
            </a:r>
            <a:endParaRPr lang="ko-KR" altLang="en-US" b="1" dirty="0">
              <a:solidFill>
                <a:srgbClr val="262626"/>
              </a:solidFill>
              <a:cs typeface="Arial" pitchFamily="34" charset="0"/>
            </a:endParaRPr>
          </a:p>
        </p:txBody>
      </p:sp>
      <p:sp>
        <p:nvSpPr>
          <p:cNvPr id="9" name="TextBox 8">
            <a:extLst>
              <a:ext uri="{FF2B5EF4-FFF2-40B4-BE49-F238E27FC236}">
                <a16:creationId xmlns:a16="http://schemas.microsoft.com/office/drawing/2014/main" id="{6CB0A2DE-D976-03E6-E733-856799C6AF1D}"/>
              </a:ext>
            </a:extLst>
          </p:cNvPr>
          <p:cNvSpPr txBox="1"/>
          <p:nvPr/>
        </p:nvSpPr>
        <p:spPr>
          <a:xfrm>
            <a:off x="9803553" y="1132039"/>
            <a:ext cx="1996519" cy="369332"/>
          </a:xfrm>
          <a:prstGeom prst="rect">
            <a:avLst/>
          </a:prstGeom>
          <a:noFill/>
        </p:spPr>
        <p:txBody>
          <a:bodyPr wrap="square" rtlCol="0">
            <a:spAutoFit/>
          </a:bodyPr>
          <a:lstStyle/>
          <a:p>
            <a:r>
              <a:rPr lang="en-US" dirty="0">
                <a:hlinkClick r:id="rId23"/>
              </a:rPr>
              <a:t>Project GitHub Link</a:t>
            </a:r>
            <a:endParaRPr lang="en-IN" dirty="0"/>
          </a:p>
        </p:txBody>
      </p:sp>
    </p:spTree>
    <p:extLst>
      <p:ext uri="{BB962C8B-B14F-4D97-AF65-F5344CB8AC3E}">
        <p14:creationId xmlns:p14="http://schemas.microsoft.com/office/powerpoint/2010/main" val="2960755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p:cTn id="7" dur="500" fill="hold"/>
                                        <p:tgtEl>
                                          <p:spTgt spid="33"/>
                                        </p:tgtEl>
                                        <p:attrNameLst>
                                          <p:attrName>ppt_w</p:attrName>
                                        </p:attrNameLst>
                                      </p:cBhvr>
                                      <p:tavLst>
                                        <p:tav tm="0">
                                          <p:val>
                                            <p:fltVal val="0"/>
                                          </p:val>
                                        </p:tav>
                                        <p:tav tm="100000">
                                          <p:val>
                                            <p:strVal val="#ppt_w"/>
                                          </p:val>
                                        </p:tav>
                                      </p:tavLst>
                                    </p:anim>
                                    <p:anim calcmode="lin" valueType="num">
                                      <p:cBhvr>
                                        <p:cTn id="8" dur="500" fill="hold"/>
                                        <p:tgtEl>
                                          <p:spTgt spid="33"/>
                                        </p:tgtEl>
                                        <p:attrNameLst>
                                          <p:attrName>ppt_h</p:attrName>
                                        </p:attrNameLst>
                                      </p:cBhvr>
                                      <p:tavLst>
                                        <p:tav tm="0">
                                          <p:val>
                                            <p:fltVal val="0"/>
                                          </p:val>
                                        </p:tav>
                                        <p:tav tm="100000">
                                          <p:val>
                                            <p:strVal val="#ppt_h"/>
                                          </p:val>
                                        </p:tav>
                                      </p:tavLst>
                                    </p:anim>
                                    <p:animEffect transition="in" filter="fade">
                                      <p:cBhvr>
                                        <p:cTn id="9" dur="500"/>
                                        <p:tgtEl>
                                          <p:spTgt spid="33"/>
                                        </p:tgtEl>
                                      </p:cBhvr>
                                    </p:animEffect>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grpId="0" nodeType="clickEffect">
                                  <p:stCondLst>
                                    <p:cond delay="0"/>
                                  </p:stCondLst>
                                  <p:childTnLst>
                                    <p:set>
                                      <p:cBhvr>
                                        <p:cTn id="13" dur="1" fill="hold">
                                          <p:stCondLst>
                                            <p:cond delay="0"/>
                                          </p:stCondLst>
                                        </p:cTn>
                                        <p:tgtEl>
                                          <p:spTgt spid="104"/>
                                        </p:tgtEl>
                                        <p:attrNameLst>
                                          <p:attrName>style.visibility</p:attrName>
                                        </p:attrNameLst>
                                      </p:cBhvr>
                                      <p:to>
                                        <p:strVal val="visible"/>
                                      </p:to>
                                    </p:set>
                                    <p:animEffect transition="in" filter="wipe(down)">
                                      <p:cBhvr>
                                        <p:cTn id="14" dur="580">
                                          <p:stCondLst>
                                            <p:cond delay="0"/>
                                          </p:stCondLst>
                                        </p:cTn>
                                        <p:tgtEl>
                                          <p:spTgt spid="104"/>
                                        </p:tgtEl>
                                      </p:cBhvr>
                                    </p:animEffect>
                                    <p:anim calcmode="lin" valueType="num">
                                      <p:cBhvr>
                                        <p:cTn id="15" dur="1822" tmFilter="0,0; 0.14,0.36; 0.43,0.73; 0.71,0.91; 1.0,1.0">
                                          <p:stCondLst>
                                            <p:cond delay="0"/>
                                          </p:stCondLst>
                                        </p:cTn>
                                        <p:tgtEl>
                                          <p:spTgt spid="104"/>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104"/>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104"/>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104"/>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104"/>
                                        </p:tgtEl>
                                        <p:attrNameLst>
                                          <p:attrName>ppt_y</p:attrName>
                                        </p:attrNameLst>
                                      </p:cBhvr>
                                      <p:tavLst>
                                        <p:tav tm="0" fmla="#ppt_y-sin(pi*$)/81">
                                          <p:val>
                                            <p:fltVal val="0"/>
                                          </p:val>
                                        </p:tav>
                                        <p:tav tm="100000">
                                          <p:val>
                                            <p:fltVal val="1"/>
                                          </p:val>
                                        </p:tav>
                                      </p:tavLst>
                                    </p:anim>
                                    <p:animScale>
                                      <p:cBhvr>
                                        <p:cTn id="20" dur="26">
                                          <p:stCondLst>
                                            <p:cond delay="650"/>
                                          </p:stCondLst>
                                        </p:cTn>
                                        <p:tgtEl>
                                          <p:spTgt spid="104"/>
                                        </p:tgtEl>
                                      </p:cBhvr>
                                      <p:to x="100000" y="60000"/>
                                    </p:animScale>
                                    <p:animScale>
                                      <p:cBhvr>
                                        <p:cTn id="21" dur="166" decel="50000">
                                          <p:stCondLst>
                                            <p:cond delay="676"/>
                                          </p:stCondLst>
                                        </p:cTn>
                                        <p:tgtEl>
                                          <p:spTgt spid="104"/>
                                        </p:tgtEl>
                                      </p:cBhvr>
                                      <p:to x="100000" y="100000"/>
                                    </p:animScale>
                                    <p:animScale>
                                      <p:cBhvr>
                                        <p:cTn id="22" dur="26">
                                          <p:stCondLst>
                                            <p:cond delay="1312"/>
                                          </p:stCondLst>
                                        </p:cTn>
                                        <p:tgtEl>
                                          <p:spTgt spid="104"/>
                                        </p:tgtEl>
                                      </p:cBhvr>
                                      <p:to x="100000" y="80000"/>
                                    </p:animScale>
                                    <p:animScale>
                                      <p:cBhvr>
                                        <p:cTn id="23" dur="166" decel="50000">
                                          <p:stCondLst>
                                            <p:cond delay="1338"/>
                                          </p:stCondLst>
                                        </p:cTn>
                                        <p:tgtEl>
                                          <p:spTgt spid="104"/>
                                        </p:tgtEl>
                                      </p:cBhvr>
                                      <p:to x="100000" y="100000"/>
                                    </p:animScale>
                                    <p:animScale>
                                      <p:cBhvr>
                                        <p:cTn id="24" dur="26">
                                          <p:stCondLst>
                                            <p:cond delay="1642"/>
                                          </p:stCondLst>
                                        </p:cTn>
                                        <p:tgtEl>
                                          <p:spTgt spid="104"/>
                                        </p:tgtEl>
                                      </p:cBhvr>
                                      <p:to x="100000" y="90000"/>
                                    </p:animScale>
                                    <p:animScale>
                                      <p:cBhvr>
                                        <p:cTn id="25" dur="166" decel="50000">
                                          <p:stCondLst>
                                            <p:cond delay="1668"/>
                                          </p:stCondLst>
                                        </p:cTn>
                                        <p:tgtEl>
                                          <p:spTgt spid="104"/>
                                        </p:tgtEl>
                                      </p:cBhvr>
                                      <p:to x="100000" y="100000"/>
                                    </p:animScale>
                                    <p:animScale>
                                      <p:cBhvr>
                                        <p:cTn id="26" dur="26">
                                          <p:stCondLst>
                                            <p:cond delay="1808"/>
                                          </p:stCondLst>
                                        </p:cTn>
                                        <p:tgtEl>
                                          <p:spTgt spid="104"/>
                                        </p:tgtEl>
                                      </p:cBhvr>
                                      <p:to x="100000" y="95000"/>
                                    </p:animScale>
                                    <p:animScale>
                                      <p:cBhvr>
                                        <p:cTn id="27" dur="166" decel="50000">
                                          <p:stCondLst>
                                            <p:cond delay="1834"/>
                                          </p:stCondLst>
                                        </p:cTn>
                                        <p:tgtEl>
                                          <p:spTgt spid="10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10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1914361" y="9074"/>
            <a:ext cx="7010400" cy="6858000"/>
          </a:xfrm>
          <a:prstGeom prst="ellipse">
            <a:avLst/>
          </a:prstGeom>
          <a:solidFill>
            <a:srgbClr val="25BD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직사각형 2">
            <a:extLst>
              <a:ext uri="{FF2B5EF4-FFF2-40B4-BE49-F238E27FC236}">
                <a16:creationId xmlns:a16="http://schemas.microsoft.com/office/drawing/2014/main" id="{42F95D4A-0E5D-484A-BF86-FA850D9ECDB8}"/>
              </a:ext>
            </a:extLst>
          </p:cNvPr>
          <p:cNvSpPr/>
          <p:nvPr/>
        </p:nvSpPr>
        <p:spPr>
          <a:xfrm>
            <a:off x="132567" y="784419"/>
            <a:ext cx="3861309" cy="707886"/>
          </a:xfrm>
          <a:prstGeom prst="rect">
            <a:avLst/>
          </a:prstGeom>
        </p:spPr>
        <p:txBody>
          <a:bodyPr wrap="square">
            <a:spAutoFit/>
          </a:bodyPr>
          <a:lstStyle/>
          <a:p>
            <a:r>
              <a:rPr lang="en-IN" altLang="ko-KR" sz="4000" b="1" dirty="0">
                <a:solidFill>
                  <a:schemeClr val="bg1"/>
                </a:solidFill>
                <a:latin typeface="Cambria" panose="02040503050406030204" pitchFamily="18" charset="0"/>
                <a:ea typeface="Cambria" panose="02040503050406030204" pitchFamily="18" charset="0"/>
                <a:cs typeface="Arial" pitchFamily="34" charset="0"/>
              </a:rPr>
              <a:t>Existing System</a:t>
            </a:r>
            <a:endParaRPr lang="en-US" altLang="ko-KR" sz="4000" b="1" dirty="0">
              <a:solidFill>
                <a:schemeClr val="bg1"/>
              </a:solidFill>
              <a:latin typeface="Cambria" panose="02040503050406030204" pitchFamily="18" charset="0"/>
              <a:ea typeface="Cambria" panose="02040503050406030204" pitchFamily="18" charset="0"/>
              <a:cs typeface="Arial" pitchFamily="34" charset="0"/>
            </a:endParaRPr>
          </a:p>
        </p:txBody>
      </p:sp>
      <p:sp>
        <p:nvSpPr>
          <p:cNvPr id="4" name="TextBox 3">
            <a:extLst>
              <a:ext uri="{FF2B5EF4-FFF2-40B4-BE49-F238E27FC236}">
                <a16:creationId xmlns:a16="http://schemas.microsoft.com/office/drawing/2014/main" id="{90595B94-4FF8-4D7F-83B5-6216DFEF2605}"/>
              </a:ext>
            </a:extLst>
          </p:cNvPr>
          <p:cNvSpPr txBox="1"/>
          <p:nvPr/>
        </p:nvSpPr>
        <p:spPr>
          <a:xfrm>
            <a:off x="277116" y="1922449"/>
            <a:ext cx="4137866" cy="4202561"/>
          </a:xfrm>
          <a:prstGeom prst="rect">
            <a:avLst/>
          </a:prstGeom>
          <a:noFill/>
        </p:spPr>
        <p:txBody>
          <a:bodyPr wrap="square" rtlCol="0">
            <a:spAutoFit/>
          </a:bodyPr>
          <a:lstStyle/>
          <a:p>
            <a:pPr algn="just">
              <a:lnSpc>
                <a:spcPct val="150000"/>
              </a:lnSpc>
            </a:pPr>
            <a:r>
              <a:rPr lang="en-IN" dirty="0"/>
              <a:t>Current helmet detection systems, while developed with good intentions, have been plagued by several limitations like CORRUPTION that drastically reduce their effectiveness and scalability. Many of these systems suffer from low detection accuracy, often failing to recognize helmets accurately in varying lighting conditions, weather, or complex backgrounds.</a:t>
            </a:r>
            <a:endParaRPr lang="en-IN" dirty="0">
              <a:solidFill>
                <a:schemeClr val="bg1"/>
              </a:solidFill>
              <a:latin typeface="Cambria" panose="02040503050406030204" pitchFamily="18" charset="0"/>
              <a:ea typeface="Cambria" panose="02040503050406030204" pitchFamily="18" charset="0"/>
            </a:endParaRPr>
          </a:p>
        </p:txBody>
      </p:sp>
      <p:sp>
        <p:nvSpPr>
          <p:cNvPr id="5" name="직사각형 16">
            <a:extLst>
              <a:ext uri="{FF2B5EF4-FFF2-40B4-BE49-F238E27FC236}">
                <a16:creationId xmlns:a16="http://schemas.microsoft.com/office/drawing/2014/main" id="{D6908497-0028-41E1-9ADC-C46BD8D25318}"/>
              </a:ext>
            </a:extLst>
          </p:cNvPr>
          <p:cNvSpPr/>
          <p:nvPr/>
        </p:nvSpPr>
        <p:spPr>
          <a:xfrm>
            <a:off x="6337356" y="837537"/>
            <a:ext cx="5448244" cy="4618059"/>
          </a:xfrm>
          <a:prstGeom prst="rect">
            <a:avLst/>
          </a:prstGeom>
        </p:spPr>
        <p:txBody>
          <a:bodyPr wrap="square">
            <a:spAutoFit/>
          </a:bodyPr>
          <a:lstStyle/>
          <a:p>
            <a:pPr algn="just">
              <a:lnSpc>
                <a:spcPct val="150000"/>
              </a:lnSpc>
            </a:pPr>
            <a:r>
              <a:rPr lang="en-IN" dirty="0"/>
              <a:t>      he architecture is designed for durability and scalability. It integrates a network of high-resolution cameras linked to a central server that processes the video feeds through the YOLOv11 algorithm. The system identifies whether riders are wearing helmets and logs this data for analysis. Alerts are generated instantly if non-compliance is detected, ensuring that interventions can be made in real-time. This robust setup allows the system to handle extensive data and traffic volumes, making it adaptable to diverse environments, from bustling urban areas to remote industrial sites.</a:t>
            </a:r>
            <a:endParaRPr lang="en-IN" dirty="0">
              <a:latin typeface="Cambria" panose="02040503050406030204" pitchFamily="18" charset="0"/>
              <a:ea typeface="Cambria" panose="02040503050406030204" pitchFamily="18" charset="0"/>
            </a:endParaRPr>
          </a:p>
        </p:txBody>
      </p:sp>
      <p:sp>
        <p:nvSpPr>
          <p:cNvPr id="6" name="TextBox 5">
            <a:extLst>
              <a:ext uri="{FF2B5EF4-FFF2-40B4-BE49-F238E27FC236}">
                <a16:creationId xmlns:a16="http://schemas.microsoft.com/office/drawing/2014/main" id="{F8EBAA04-754A-4E4A-97F8-D45AF291497A}"/>
              </a:ext>
            </a:extLst>
          </p:cNvPr>
          <p:cNvSpPr txBox="1"/>
          <p:nvPr/>
        </p:nvSpPr>
        <p:spPr>
          <a:xfrm>
            <a:off x="7593703" y="251405"/>
            <a:ext cx="3146612" cy="523220"/>
          </a:xfrm>
          <a:prstGeom prst="rect">
            <a:avLst/>
          </a:prstGeom>
          <a:noFill/>
        </p:spPr>
        <p:txBody>
          <a:bodyPr wrap="square" rtlCol="0">
            <a:spAutoFit/>
          </a:bodyPr>
          <a:lstStyle/>
          <a:p>
            <a:r>
              <a:rPr lang="en-US" altLang="ko-KR" sz="2800" b="1" dirty="0">
                <a:solidFill>
                  <a:schemeClr val="tx1">
                    <a:lumMod val="75000"/>
                    <a:lumOff val="25000"/>
                  </a:schemeClr>
                </a:solidFill>
                <a:latin typeface="Cambria" panose="02040503050406030204" pitchFamily="18" charset="0"/>
                <a:ea typeface="Cambria" panose="02040503050406030204" pitchFamily="18" charset="0"/>
                <a:cs typeface="Arial" pitchFamily="34" charset="0"/>
              </a:rPr>
              <a:t>Proposed System </a:t>
            </a:r>
            <a:endParaRPr lang="ko-KR" altLang="en-US" sz="2800" b="1" dirty="0">
              <a:solidFill>
                <a:schemeClr val="tx1">
                  <a:lumMod val="75000"/>
                  <a:lumOff val="25000"/>
                </a:schemeClr>
              </a:solidFill>
              <a:latin typeface="Cambria" panose="02040503050406030204" pitchFamily="18" charset="0"/>
              <a:cs typeface="Arial" pitchFamily="34" charset="0"/>
            </a:endParaRPr>
          </a:p>
        </p:txBody>
      </p:sp>
      <p:sp>
        <p:nvSpPr>
          <p:cNvPr id="7" name="TextBox 6">
            <a:extLst>
              <a:ext uri="{FF2B5EF4-FFF2-40B4-BE49-F238E27FC236}">
                <a16:creationId xmlns:a16="http://schemas.microsoft.com/office/drawing/2014/main" id="{F8EBAA04-754A-4E4A-97F8-D45AF291497A}"/>
              </a:ext>
            </a:extLst>
          </p:cNvPr>
          <p:cNvSpPr txBox="1"/>
          <p:nvPr/>
        </p:nvSpPr>
        <p:spPr>
          <a:xfrm>
            <a:off x="6269317" y="513015"/>
            <a:ext cx="634813" cy="923330"/>
          </a:xfrm>
          <a:prstGeom prst="rect">
            <a:avLst/>
          </a:prstGeom>
          <a:noFill/>
        </p:spPr>
        <p:txBody>
          <a:bodyPr wrap="square" rtlCol="0">
            <a:spAutoFit/>
          </a:bodyPr>
          <a:lstStyle/>
          <a:p>
            <a:pPr algn="r"/>
            <a:r>
              <a:rPr lang="en-US" altLang="ko-KR" sz="5400" dirty="0">
                <a:solidFill>
                  <a:schemeClr val="tx1">
                    <a:lumMod val="75000"/>
                    <a:lumOff val="25000"/>
                  </a:schemeClr>
                </a:solidFill>
                <a:latin typeface="Cambria" panose="02040503050406030204" pitchFamily="18" charset="0"/>
                <a:ea typeface="Cambria" panose="02040503050406030204" pitchFamily="18" charset="0"/>
                <a:cs typeface="Arial" pitchFamily="34" charset="0"/>
              </a:rPr>
              <a:t>T</a:t>
            </a:r>
            <a:endParaRPr lang="ko-KR" altLang="en-US" sz="5400" dirty="0">
              <a:solidFill>
                <a:schemeClr val="tx1">
                  <a:lumMod val="75000"/>
                  <a:lumOff val="25000"/>
                </a:schemeClr>
              </a:solidFill>
              <a:latin typeface="Cambria" panose="02040503050406030204" pitchFamily="18" charset="0"/>
              <a:cs typeface="Arial" pitchFamily="34" charset="0"/>
            </a:endParaRPr>
          </a:p>
        </p:txBody>
      </p:sp>
      <p:grpSp>
        <p:nvGrpSpPr>
          <p:cNvPr id="13" name="Graphic 5343">
            <a:extLst>
              <a:ext uri="{FF2B5EF4-FFF2-40B4-BE49-F238E27FC236}">
                <a16:creationId xmlns:a16="http://schemas.microsoft.com/office/drawing/2014/main" id="{2B82E94A-0B11-49A6-8210-5F3321E36C7D}"/>
              </a:ext>
            </a:extLst>
          </p:cNvPr>
          <p:cNvGrpSpPr/>
          <p:nvPr/>
        </p:nvGrpSpPr>
        <p:grpSpPr>
          <a:xfrm>
            <a:off x="5277372" y="1500511"/>
            <a:ext cx="840506" cy="3856978"/>
            <a:chOff x="7783270" y="3992865"/>
            <a:chExt cx="264448" cy="1213522"/>
          </a:xfrm>
        </p:grpSpPr>
        <p:sp>
          <p:nvSpPr>
            <p:cNvPr id="14" name="Freeform: Shape 113">
              <a:extLst>
                <a:ext uri="{FF2B5EF4-FFF2-40B4-BE49-F238E27FC236}">
                  <a16:creationId xmlns:a16="http://schemas.microsoft.com/office/drawing/2014/main" id="{C3564596-6CBB-4FA2-85BC-10644BCFDE2A}"/>
                </a:ext>
              </a:extLst>
            </p:cNvPr>
            <p:cNvSpPr/>
            <p:nvPr/>
          </p:nvSpPr>
          <p:spPr>
            <a:xfrm>
              <a:off x="7783287" y="4105294"/>
              <a:ext cx="190501" cy="990600"/>
            </a:xfrm>
            <a:custGeom>
              <a:avLst/>
              <a:gdLst>
                <a:gd name="connsiteX0" fmla="*/ 155734 w 190500"/>
                <a:gd name="connsiteY0" fmla="*/ 973931 h 990600"/>
                <a:gd name="connsiteX1" fmla="*/ 21431 w 190500"/>
                <a:gd name="connsiteY1" fmla="*/ 970121 h 990600"/>
                <a:gd name="connsiteX2" fmla="*/ 43339 w 190500"/>
                <a:gd name="connsiteY2" fmla="*/ 21431 h 990600"/>
                <a:gd name="connsiteX3" fmla="*/ 177641 w 190500"/>
                <a:gd name="connsiteY3" fmla="*/ 25241 h 990600"/>
              </a:gdLst>
              <a:ahLst/>
              <a:cxnLst>
                <a:cxn ang="0">
                  <a:pos x="connsiteX0" y="connsiteY0"/>
                </a:cxn>
                <a:cxn ang="0">
                  <a:pos x="connsiteX1" y="connsiteY1"/>
                </a:cxn>
                <a:cxn ang="0">
                  <a:pos x="connsiteX2" y="connsiteY2"/>
                </a:cxn>
                <a:cxn ang="0">
                  <a:pos x="connsiteX3" y="connsiteY3"/>
                </a:cxn>
              </a:cxnLst>
              <a:rect l="l" t="t" r="r" b="b"/>
              <a:pathLst>
                <a:path w="190500" h="990600">
                  <a:moveTo>
                    <a:pt x="155734" y="973931"/>
                  </a:moveTo>
                  <a:lnTo>
                    <a:pt x="21431" y="970121"/>
                  </a:lnTo>
                  <a:lnTo>
                    <a:pt x="43339" y="21431"/>
                  </a:lnTo>
                  <a:lnTo>
                    <a:pt x="177641" y="25241"/>
                  </a:lnTo>
                  <a:close/>
                </a:path>
              </a:pathLst>
            </a:custGeom>
            <a:solidFill>
              <a:srgbClr val="25BDC7"/>
            </a:solidFill>
            <a:ln w="28575" cap="rnd">
              <a:solidFill>
                <a:srgbClr val="333331"/>
              </a:solidFill>
              <a:prstDash val="solid"/>
              <a:round/>
            </a:ln>
          </p:spPr>
          <p:txBody>
            <a:bodyPr rtlCol="0" anchor="ctr"/>
            <a:lstStyle/>
            <a:p>
              <a:endParaRPr lang="en-US"/>
            </a:p>
          </p:txBody>
        </p:sp>
        <p:sp>
          <p:nvSpPr>
            <p:cNvPr id="15" name="Freeform: Shape 114">
              <a:extLst>
                <a:ext uri="{FF2B5EF4-FFF2-40B4-BE49-F238E27FC236}">
                  <a16:creationId xmlns:a16="http://schemas.microsoft.com/office/drawing/2014/main" id="{46E95B2B-81D9-47D6-A02C-924A8CEA7DD0}"/>
                </a:ext>
              </a:extLst>
            </p:cNvPr>
            <p:cNvSpPr/>
            <p:nvPr/>
          </p:nvSpPr>
          <p:spPr>
            <a:xfrm>
              <a:off x="7831864" y="3992865"/>
              <a:ext cx="123825" cy="152400"/>
            </a:xfrm>
            <a:custGeom>
              <a:avLst/>
              <a:gdLst>
                <a:gd name="connsiteX0" fmla="*/ 66199 w 123825"/>
                <a:gd name="connsiteY0" fmla="*/ 21467 h 152400"/>
                <a:gd name="connsiteX1" fmla="*/ 66199 w 123825"/>
                <a:gd name="connsiteY1" fmla="*/ 21467 h 152400"/>
                <a:gd name="connsiteX2" fmla="*/ 24289 w 123825"/>
                <a:gd name="connsiteY2" fmla="*/ 61472 h 152400"/>
                <a:gd name="connsiteX3" fmla="*/ 21431 w 123825"/>
                <a:gd name="connsiteY3" fmla="*/ 134815 h 152400"/>
                <a:gd name="connsiteX4" fmla="*/ 102394 w 123825"/>
                <a:gd name="connsiteY4" fmla="*/ 137672 h 152400"/>
                <a:gd name="connsiteX5" fmla="*/ 105251 w 123825"/>
                <a:gd name="connsiteY5" fmla="*/ 64330 h 152400"/>
                <a:gd name="connsiteX6" fmla="*/ 66199 w 123825"/>
                <a:gd name="connsiteY6" fmla="*/ 21467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3825" h="152400">
                  <a:moveTo>
                    <a:pt x="66199" y="21467"/>
                  </a:moveTo>
                  <a:lnTo>
                    <a:pt x="66199" y="21467"/>
                  </a:lnTo>
                  <a:cubicBezTo>
                    <a:pt x="44291" y="20515"/>
                    <a:pt x="25241" y="38612"/>
                    <a:pt x="24289" y="61472"/>
                  </a:cubicBezTo>
                  <a:lnTo>
                    <a:pt x="21431" y="134815"/>
                  </a:lnTo>
                  <a:lnTo>
                    <a:pt x="102394" y="137672"/>
                  </a:lnTo>
                  <a:lnTo>
                    <a:pt x="105251" y="64330"/>
                  </a:lnTo>
                  <a:cubicBezTo>
                    <a:pt x="106204" y="40517"/>
                    <a:pt x="89059" y="22420"/>
                    <a:pt x="66199" y="21467"/>
                  </a:cubicBezTo>
                  <a:close/>
                </a:path>
              </a:pathLst>
            </a:custGeom>
            <a:solidFill>
              <a:schemeClr val="bg1"/>
            </a:solidFill>
            <a:ln w="28575" cap="rnd">
              <a:solidFill>
                <a:srgbClr val="333331"/>
              </a:solidFill>
              <a:prstDash val="solid"/>
              <a:round/>
            </a:ln>
          </p:spPr>
          <p:txBody>
            <a:bodyPr rtlCol="0" anchor="ctr"/>
            <a:lstStyle/>
            <a:p>
              <a:endParaRPr lang="en-US"/>
            </a:p>
          </p:txBody>
        </p:sp>
        <p:sp>
          <p:nvSpPr>
            <p:cNvPr id="16" name="Freeform: Shape 115">
              <a:extLst>
                <a:ext uri="{FF2B5EF4-FFF2-40B4-BE49-F238E27FC236}">
                  <a16:creationId xmlns:a16="http://schemas.microsoft.com/office/drawing/2014/main" id="{373ADFFB-E863-4259-91F6-9B306AB46B17}"/>
                </a:ext>
              </a:extLst>
            </p:cNvPr>
            <p:cNvSpPr/>
            <p:nvPr/>
          </p:nvSpPr>
          <p:spPr>
            <a:xfrm>
              <a:off x="7783270" y="5053987"/>
              <a:ext cx="171451" cy="152400"/>
            </a:xfrm>
            <a:custGeom>
              <a:avLst/>
              <a:gdLst>
                <a:gd name="connsiteX0" fmla="*/ 21431 w 171450"/>
                <a:gd name="connsiteY0" fmla="*/ 21431 h 152400"/>
                <a:gd name="connsiteX1" fmla="*/ 61436 w 171450"/>
                <a:gd name="connsiteY1" fmla="*/ 118586 h 152400"/>
                <a:gd name="connsiteX2" fmla="*/ 109061 w 171450"/>
                <a:gd name="connsiteY2" fmla="*/ 119539 h 152400"/>
                <a:gd name="connsiteX3" fmla="*/ 154781 w 171450"/>
                <a:gd name="connsiteY3" fmla="*/ 25241 h 152400"/>
                <a:gd name="connsiteX4" fmla="*/ 21431 w 171450"/>
                <a:gd name="connsiteY4" fmla="*/ 21431 h 15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0" h="152400">
                  <a:moveTo>
                    <a:pt x="21431" y="21431"/>
                  </a:moveTo>
                  <a:lnTo>
                    <a:pt x="61436" y="118586"/>
                  </a:lnTo>
                  <a:cubicBezTo>
                    <a:pt x="70009" y="139541"/>
                    <a:pt x="99536" y="140494"/>
                    <a:pt x="109061" y="119539"/>
                  </a:cubicBezTo>
                  <a:lnTo>
                    <a:pt x="154781" y="25241"/>
                  </a:lnTo>
                  <a:lnTo>
                    <a:pt x="21431" y="21431"/>
                  </a:lnTo>
                  <a:close/>
                </a:path>
              </a:pathLst>
            </a:custGeom>
            <a:solidFill>
              <a:schemeClr val="tx1">
                <a:lumMod val="75000"/>
                <a:lumOff val="25000"/>
              </a:schemeClr>
            </a:solidFill>
            <a:ln w="28575" cap="rnd">
              <a:solidFill>
                <a:srgbClr val="333331"/>
              </a:solidFill>
              <a:prstDash val="solid"/>
              <a:round/>
            </a:ln>
          </p:spPr>
          <p:txBody>
            <a:bodyPr rtlCol="0" anchor="ctr"/>
            <a:lstStyle/>
            <a:p>
              <a:endParaRPr lang="en-US"/>
            </a:p>
          </p:txBody>
        </p:sp>
        <p:sp>
          <p:nvSpPr>
            <p:cNvPr id="17" name="Freeform: Shape 116">
              <a:extLst>
                <a:ext uri="{FF2B5EF4-FFF2-40B4-BE49-F238E27FC236}">
                  <a16:creationId xmlns:a16="http://schemas.microsoft.com/office/drawing/2014/main" id="{EC6350CB-3962-4B5B-808A-A32F273BF49E}"/>
                </a:ext>
              </a:extLst>
            </p:cNvPr>
            <p:cNvSpPr/>
            <p:nvPr/>
          </p:nvSpPr>
          <p:spPr>
            <a:xfrm>
              <a:off x="7809592" y="4156731"/>
              <a:ext cx="238126" cy="314325"/>
            </a:xfrm>
            <a:custGeom>
              <a:avLst/>
              <a:gdLst>
                <a:gd name="connsiteX0" fmla="*/ 21431 w 238125"/>
                <a:gd name="connsiteY0" fmla="*/ 21431 h 314325"/>
                <a:gd name="connsiteX1" fmla="*/ 164306 w 238125"/>
                <a:gd name="connsiteY1" fmla="*/ 23336 h 314325"/>
                <a:gd name="connsiteX2" fmla="*/ 224314 w 238125"/>
                <a:gd name="connsiteY2" fmla="*/ 100489 h 314325"/>
                <a:gd name="connsiteX3" fmla="*/ 218599 w 238125"/>
                <a:gd name="connsiteY3" fmla="*/ 297656 h 314325"/>
              </a:gdLst>
              <a:ahLst/>
              <a:cxnLst>
                <a:cxn ang="0">
                  <a:pos x="connsiteX0" y="connsiteY0"/>
                </a:cxn>
                <a:cxn ang="0">
                  <a:pos x="connsiteX1" y="connsiteY1"/>
                </a:cxn>
                <a:cxn ang="0">
                  <a:pos x="connsiteX2" y="connsiteY2"/>
                </a:cxn>
                <a:cxn ang="0">
                  <a:pos x="connsiteX3" y="connsiteY3"/>
                </a:cxn>
              </a:cxnLst>
              <a:rect l="l" t="t" r="r" b="b"/>
              <a:pathLst>
                <a:path w="238125" h="314325">
                  <a:moveTo>
                    <a:pt x="21431" y="21431"/>
                  </a:moveTo>
                  <a:lnTo>
                    <a:pt x="164306" y="23336"/>
                  </a:lnTo>
                  <a:cubicBezTo>
                    <a:pt x="198596" y="24289"/>
                    <a:pt x="226219" y="58579"/>
                    <a:pt x="224314" y="100489"/>
                  </a:cubicBezTo>
                  <a:lnTo>
                    <a:pt x="218599" y="297656"/>
                  </a:lnTo>
                </a:path>
              </a:pathLst>
            </a:custGeom>
            <a:noFill/>
            <a:ln w="28575" cap="rnd">
              <a:solidFill>
                <a:srgbClr val="333331"/>
              </a:solidFill>
              <a:prstDash val="solid"/>
              <a:round/>
            </a:ln>
          </p:spPr>
          <p:txBody>
            <a:bodyPr rtlCol="0" anchor="ctr"/>
            <a:lstStyle/>
            <a:p>
              <a:endParaRPr lang="en-US"/>
            </a:p>
          </p:txBody>
        </p:sp>
      </p:grpSp>
      <p:sp>
        <p:nvSpPr>
          <p:cNvPr id="8" name="TextBox 7">
            <a:extLst>
              <a:ext uri="{FF2B5EF4-FFF2-40B4-BE49-F238E27FC236}">
                <a16:creationId xmlns:a16="http://schemas.microsoft.com/office/drawing/2014/main" id="{5489CCE6-B997-99E7-D8AC-78ED7157101F}"/>
              </a:ext>
            </a:extLst>
          </p:cNvPr>
          <p:cNvSpPr txBox="1"/>
          <p:nvPr/>
        </p:nvSpPr>
        <p:spPr>
          <a:xfrm>
            <a:off x="4455319" y="6479594"/>
            <a:ext cx="2855168" cy="369332"/>
          </a:xfrm>
          <a:prstGeom prst="rect">
            <a:avLst/>
          </a:prstGeom>
          <a:noFill/>
        </p:spPr>
        <p:txBody>
          <a:bodyPr wrap="square" rtlCol="0">
            <a:spAutoFit/>
          </a:bodyPr>
          <a:lstStyle/>
          <a:p>
            <a:r>
              <a:rPr lang="en-US" dirty="0">
                <a:hlinkClick r:id="rId2"/>
              </a:rPr>
              <a:t>BASE REASEARCH PAPER</a:t>
            </a:r>
            <a:endParaRPr lang="en-IN" dirty="0"/>
          </a:p>
        </p:txBody>
      </p:sp>
      <p:sp>
        <p:nvSpPr>
          <p:cNvPr id="9" name="TextBox 8">
            <a:extLst>
              <a:ext uri="{FF2B5EF4-FFF2-40B4-BE49-F238E27FC236}">
                <a16:creationId xmlns:a16="http://schemas.microsoft.com/office/drawing/2014/main" id="{904F06B6-2451-B782-265F-C978AC69FFB2}"/>
              </a:ext>
            </a:extLst>
          </p:cNvPr>
          <p:cNvSpPr txBox="1"/>
          <p:nvPr/>
        </p:nvSpPr>
        <p:spPr>
          <a:xfrm>
            <a:off x="6896670" y="6479594"/>
            <a:ext cx="3079922" cy="369332"/>
          </a:xfrm>
          <a:prstGeom prst="rect">
            <a:avLst/>
          </a:prstGeom>
          <a:noFill/>
        </p:spPr>
        <p:txBody>
          <a:bodyPr wrap="square" rtlCol="0" anchor="ctr">
            <a:spAutoFit/>
          </a:bodyPr>
          <a:lstStyle/>
          <a:p>
            <a:r>
              <a:rPr lang="en-US" sz="1800" b="0" dirty="0">
                <a:hlinkClick r:id="rId3"/>
              </a:rPr>
              <a:t>Helmet_Detection_OCR_ANPR</a:t>
            </a:r>
            <a:endParaRPr lang="ko-KR" altLang="en-US" b="1" dirty="0">
              <a:solidFill>
                <a:srgbClr val="262626"/>
              </a:solidFill>
              <a:cs typeface="Arial" pitchFamily="34" charset="0"/>
            </a:endParaRPr>
          </a:p>
        </p:txBody>
      </p:sp>
      <p:sp>
        <p:nvSpPr>
          <p:cNvPr id="10" name="TextBox 9">
            <a:extLst>
              <a:ext uri="{FF2B5EF4-FFF2-40B4-BE49-F238E27FC236}">
                <a16:creationId xmlns:a16="http://schemas.microsoft.com/office/drawing/2014/main" id="{54702C75-EBA8-E9C5-3BA2-D167FCA52C5B}"/>
              </a:ext>
            </a:extLst>
          </p:cNvPr>
          <p:cNvSpPr txBox="1"/>
          <p:nvPr/>
        </p:nvSpPr>
        <p:spPr>
          <a:xfrm>
            <a:off x="9976592" y="6421929"/>
            <a:ext cx="1996519" cy="369332"/>
          </a:xfrm>
          <a:prstGeom prst="rect">
            <a:avLst/>
          </a:prstGeom>
          <a:noFill/>
        </p:spPr>
        <p:txBody>
          <a:bodyPr wrap="square" rtlCol="0">
            <a:spAutoFit/>
          </a:bodyPr>
          <a:lstStyle/>
          <a:p>
            <a:r>
              <a:rPr lang="en-US" dirty="0">
                <a:hlinkClick r:id="rId4"/>
              </a:rPr>
              <a:t>Project GitHub Link</a:t>
            </a:r>
            <a:endParaRPr lang="en-IN" dirty="0"/>
          </a:p>
        </p:txBody>
      </p:sp>
    </p:spTree>
    <p:extLst>
      <p:ext uri="{BB962C8B-B14F-4D97-AF65-F5344CB8AC3E}">
        <p14:creationId xmlns:p14="http://schemas.microsoft.com/office/powerpoint/2010/main" val="2888449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down)">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45" presetClass="entr" presetSubtype="0"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2000"/>
                                        <p:tgtEl>
                                          <p:spTgt spid="5"/>
                                        </p:tgtEl>
                                      </p:cBhvr>
                                    </p:animEffect>
                                    <p:anim calcmode="lin" valueType="num">
                                      <p:cBhvr>
                                        <p:cTn id="25" dur="2000" fill="hold"/>
                                        <p:tgtEl>
                                          <p:spTgt spid="5"/>
                                        </p:tgtEl>
                                        <p:attrNameLst>
                                          <p:attrName>ppt_w</p:attrName>
                                        </p:attrNameLst>
                                      </p:cBhvr>
                                      <p:tavLst>
                                        <p:tav tm="0" fmla="#ppt_w*sin(2.5*pi*$)">
                                          <p:val>
                                            <p:fltVal val="0"/>
                                          </p:val>
                                        </p:tav>
                                        <p:tav tm="100000">
                                          <p:val>
                                            <p:fltVal val="1"/>
                                          </p:val>
                                        </p:tav>
                                      </p:tavLst>
                                    </p:anim>
                                    <p:anim calcmode="lin" valueType="num">
                                      <p:cBhvr>
                                        <p:cTn id="26" dur="20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1000"/>
                                        <p:tgtEl>
                                          <p:spTgt spid="6"/>
                                        </p:tgtEl>
                                      </p:cBhvr>
                                    </p:animEffect>
                                    <p:anim calcmode="lin" valueType="num">
                                      <p:cBhvr>
                                        <p:cTn id="32" dur="1000" fill="hold"/>
                                        <p:tgtEl>
                                          <p:spTgt spid="6"/>
                                        </p:tgtEl>
                                        <p:attrNameLst>
                                          <p:attrName>ppt_x</p:attrName>
                                        </p:attrNameLst>
                                      </p:cBhvr>
                                      <p:tavLst>
                                        <p:tav tm="0">
                                          <p:val>
                                            <p:strVal val="#ppt_x"/>
                                          </p:val>
                                        </p:tav>
                                        <p:tav tm="100000">
                                          <p:val>
                                            <p:strVal val="#ppt_x"/>
                                          </p:val>
                                        </p:tav>
                                      </p:tavLst>
                                    </p:anim>
                                    <p:anim calcmode="lin" valueType="num">
                                      <p:cBhvr>
                                        <p:cTn id="3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p:bldP spid="5" grpId="0"/>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42F95D4A-0E5D-484A-BF86-FA850D9ECDB8}"/>
              </a:ext>
            </a:extLst>
          </p:cNvPr>
          <p:cNvSpPr/>
          <p:nvPr/>
        </p:nvSpPr>
        <p:spPr>
          <a:xfrm>
            <a:off x="0" y="13456"/>
            <a:ext cx="3861309" cy="707886"/>
          </a:xfrm>
          <a:prstGeom prst="rect">
            <a:avLst/>
          </a:prstGeom>
        </p:spPr>
        <p:txBody>
          <a:bodyPr wrap="square">
            <a:spAutoFit/>
          </a:bodyPr>
          <a:lstStyle/>
          <a:p>
            <a:r>
              <a:rPr lang="en-IN" altLang="ko-KR" sz="4000" b="1" dirty="0">
                <a:latin typeface="Cambria" panose="02040503050406030204" pitchFamily="18" charset="0"/>
                <a:ea typeface="Cambria" panose="02040503050406030204" pitchFamily="18" charset="0"/>
                <a:cs typeface="Arial" pitchFamily="34" charset="0"/>
              </a:rPr>
              <a:t>Cost Estimation</a:t>
            </a:r>
            <a:endParaRPr lang="en-US" altLang="ko-KR" sz="4000" b="1" dirty="0">
              <a:latin typeface="Cambria" panose="02040503050406030204" pitchFamily="18" charset="0"/>
              <a:ea typeface="Cambria" panose="02040503050406030204" pitchFamily="18" charset="0"/>
              <a:cs typeface="Arial" pitchFamily="34" charset="0"/>
            </a:endParaRPr>
          </a:p>
        </p:txBody>
      </p:sp>
      <p:sp>
        <p:nvSpPr>
          <p:cNvPr id="4" name="TextBox 3">
            <a:extLst>
              <a:ext uri="{FF2B5EF4-FFF2-40B4-BE49-F238E27FC236}">
                <a16:creationId xmlns:a16="http://schemas.microsoft.com/office/drawing/2014/main" id="{90595B94-4FF8-4D7F-83B5-6216DFEF2605}"/>
              </a:ext>
            </a:extLst>
          </p:cNvPr>
          <p:cNvSpPr txBox="1"/>
          <p:nvPr/>
        </p:nvSpPr>
        <p:spPr>
          <a:xfrm>
            <a:off x="253665" y="1005003"/>
            <a:ext cx="4942731" cy="5586658"/>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just">
              <a:lnSpc>
                <a:spcPct val="150000"/>
              </a:lnSpc>
            </a:pPr>
            <a:r>
              <a:rPr lang="en-IN" sz="1600" b="1" dirty="0">
                <a:latin typeface="Cambria" panose="02040503050406030204" pitchFamily="18" charset="0"/>
                <a:ea typeface="Cambria" panose="02040503050406030204" pitchFamily="18" charset="0"/>
              </a:rPr>
              <a:t>Large Scale Deployment:</a:t>
            </a:r>
          </a:p>
          <a:p>
            <a:pPr algn="just">
              <a:lnSpc>
                <a:spcPct val="150000"/>
              </a:lnSpc>
            </a:pPr>
            <a:r>
              <a:rPr lang="en-IN" sz="1600" dirty="0">
                <a:latin typeface="Cambria" panose="02040503050406030204" pitchFamily="18" charset="0"/>
                <a:ea typeface="Cambria" panose="02040503050406030204" pitchFamily="18" charset="0"/>
              </a:rPr>
              <a:t>Hardware Costs: ₹20,000 per camera (50+ cameras), ₹10,00,000 for high-capacity servers, ₹10,00,000 for 20 NVIDIA Jetson Nano units. (Camera Already Installed)</a:t>
            </a:r>
          </a:p>
          <a:p>
            <a:pPr algn="just">
              <a:lnSpc>
                <a:spcPct val="150000"/>
              </a:lnSpc>
            </a:pPr>
            <a:r>
              <a:rPr lang="en-IN" sz="1600" dirty="0">
                <a:latin typeface="Cambria" panose="02040503050406030204" pitchFamily="18" charset="0"/>
                <a:ea typeface="Cambria" panose="02040503050406030204" pitchFamily="18" charset="0"/>
              </a:rPr>
              <a:t>Software Development: ₹15,00,000 for AI integrations, ₹5,00,000 for </a:t>
            </a:r>
            <a:r>
              <a:rPr lang="en-IN" sz="1600" dirty="0" err="1">
                <a:latin typeface="Cambria" panose="02040503050406030204" pitchFamily="18" charset="0"/>
                <a:ea typeface="Cambria" panose="02040503050406030204" pitchFamily="18" charset="0"/>
              </a:rPr>
              <a:t>TensorRT</a:t>
            </a:r>
            <a:r>
              <a:rPr lang="en-IN" sz="1600" dirty="0">
                <a:latin typeface="Cambria" panose="02040503050406030204" pitchFamily="18" charset="0"/>
                <a:ea typeface="Cambria" panose="02040503050406030204" pitchFamily="18" charset="0"/>
              </a:rPr>
              <a:t> licenses, ₹3,00,000 annually for OpenAI API.</a:t>
            </a:r>
          </a:p>
          <a:p>
            <a:pPr algn="just">
              <a:lnSpc>
                <a:spcPct val="150000"/>
              </a:lnSpc>
            </a:pPr>
            <a:r>
              <a:rPr lang="en-IN" sz="1600" dirty="0">
                <a:latin typeface="Cambria" panose="02040503050406030204" pitchFamily="18" charset="0"/>
                <a:ea typeface="Cambria" panose="02040503050406030204" pitchFamily="18" charset="0"/>
              </a:rPr>
              <a:t>Operational Costs: ₹1,00,000 per month for maintenance, ₹50,000 for cloud services, ₹2,00,000 annually for community programs.</a:t>
            </a:r>
          </a:p>
          <a:p>
            <a:pPr algn="just">
              <a:lnSpc>
                <a:spcPct val="150000"/>
              </a:lnSpc>
            </a:pPr>
            <a:r>
              <a:rPr lang="en-IN" sz="1600" dirty="0">
                <a:latin typeface="Cambria" panose="02040503050406030204" pitchFamily="18" charset="0"/>
                <a:ea typeface="Cambria" panose="02040503050406030204" pitchFamily="18" charset="0"/>
              </a:rPr>
              <a:t>Total Initial Costs: ₹55,60,000.</a:t>
            </a:r>
          </a:p>
          <a:p>
            <a:pPr algn="just">
              <a:lnSpc>
                <a:spcPct val="150000"/>
              </a:lnSpc>
            </a:pPr>
            <a:r>
              <a:rPr lang="en-IN" sz="1600" dirty="0">
                <a:latin typeface="Cambria" panose="02040503050406030204" pitchFamily="18" charset="0"/>
                <a:ea typeface="Cambria" panose="02040503050406030204" pitchFamily="18" charset="0"/>
              </a:rPr>
              <a:t>Recurring Costs: ₹1,50,000 per month.</a:t>
            </a:r>
            <a:br>
              <a:rPr lang="en-IN" sz="1600" dirty="0">
                <a:latin typeface="Cambria" panose="02040503050406030204" pitchFamily="18" charset="0"/>
                <a:ea typeface="Cambria" panose="02040503050406030204" pitchFamily="18" charset="0"/>
              </a:rPr>
            </a:br>
            <a:endParaRPr lang="en-IN" sz="1600" dirty="0">
              <a:latin typeface="Cambria" panose="02040503050406030204" pitchFamily="18" charset="0"/>
              <a:ea typeface="Cambria" panose="02040503050406030204" pitchFamily="18" charset="0"/>
            </a:endParaRPr>
          </a:p>
          <a:p>
            <a:pPr algn="just">
              <a:lnSpc>
                <a:spcPct val="150000"/>
              </a:lnSpc>
            </a:pPr>
            <a:endParaRPr lang="en-IN" sz="1600" dirty="0">
              <a:latin typeface="Cambria" panose="02040503050406030204" pitchFamily="18" charset="0"/>
              <a:ea typeface="Cambria" panose="02040503050406030204" pitchFamily="18" charset="0"/>
            </a:endParaRPr>
          </a:p>
        </p:txBody>
      </p:sp>
      <p:sp>
        <p:nvSpPr>
          <p:cNvPr id="5" name="직사각형 16">
            <a:extLst>
              <a:ext uri="{FF2B5EF4-FFF2-40B4-BE49-F238E27FC236}">
                <a16:creationId xmlns:a16="http://schemas.microsoft.com/office/drawing/2014/main" id="{D6908497-0028-41E1-9ADC-C46BD8D25318}"/>
              </a:ext>
            </a:extLst>
          </p:cNvPr>
          <p:cNvSpPr/>
          <p:nvPr/>
        </p:nvSpPr>
        <p:spPr>
          <a:xfrm>
            <a:off x="6117878" y="2638628"/>
            <a:ext cx="5941555" cy="3001334"/>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just">
              <a:lnSpc>
                <a:spcPct val="150000"/>
              </a:lnSpc>
            </a:pPr>
            <a:r>
              <a:rPr lang="en-IN" sz="1600" b="1" dirty="0">
                <a:latin typeface="Cambria" panose="02040503050406030204" pitchFamily="18" charset="0"/>
                <a:ea typeface="Cambria" panose="02040503050406030204" pitchFamily="18" charset="0"/>
              </a:rPr>
              <a:t>Medium Scale Deployment:</a:t>
            </a:r>
          </a:p>
          <a:p>
            <a:pPr algn="just">
              <a:lnSpc>
                <a:spcPct val="150000"/>
              </a:lnSpc>
            </a:pPr>
            <a:r>
              <a:rPr lang="en-IN" sz="1600" dirty="0">
                <a:latin typeface="Cambria" panose="02040503050406030204" pitchFamily="18" charset="0"/>
                <a:ea typeface="Cambria" panose="02040503050406030204" pitchFamily="18" charset="0"/>
              </a:rPr>
              <a:t>Hardware Costs: ₹20,000 per camera (10-15 cameras), ₹1,50,000 for robust servers. (Camera Already Installed)</a:t>
            </a:r>
          </a:p>
          <a:p>
            <a:pPr algn="just">
              <a:lnSpc>
                <a:spcPct val="150000"/>
              </a:lnSpc>
            </a:pPr>
            <a:r>
              <a:rPr lang="en-IN" sz="1600" dirty="0">
                <a:latin typeface="Cambria" panose="02040503050406030204" pitchFamily="18" charset="0"/>
                <a:ea typeface="Cambria" panose="02040503050406030204" pitchFamily="18" charset="0"/>
              </a:rPr>
              <a:t>Software Development: ₹3,00,000 for advanced integrations.</a:t>
            </a:r>
          </a:p>
          <a:p>
            <a:pPr algn="just">
              <a:lnSpc>
                <a:spcPct val="150000"/>
              </a:lnSpc>
            </a:pPr>
            <a:r>
              <a:rPr lang="en-IN" sz="1600" dirty="0">
                <a:latin typeface="Cambria" panose="02040503050406030204" pitchFamily="18" charset="0"/>
                <a:ea typeface="Cambria" panose="02040503050406030204" pitchFamily="18" charset="0"/>
              </a:rPr>
              <a:t>Operational Costs: ₹25,000 per month for maintenance, ₹15,000 for cloud processing.</a:t>
            </a:r>
          </a:p>
          <a:p>
            <a:pPr algn="just">
              <a:lnSpc>
                <a:spcPct val="150000"/>
              </a:lnSpc>
            </a:pPr>
            <a:r>
              <a:rPr lang="en-IN" sz="1600" dirty="0">
                <a:latin typeface="Cambria" panose="02040503050406030204" pitchFamily="18" charset="0"/>
                <a:ea typeface="Cambria" panose="02040503050406030204" pitchFamily="18" charset="0"/>
              </a:rPr>
              <a:t>Total Initial Costs: ₹4,50,000 to ₹6,50,000.</a:t>
            </a:r>
          </a:p>
          <a:p>
            <a:pPr algn="just">
              <a:lnSpc>
                <a:spcPct val="150000"/>
              </a:lnSpc>
            </a:pPr>
            <a:r>
              <a:rPr lang="en-IN" sz="1600" dirty="0">
                <a:latin typeface="Cambria" panose="02040503050406030204" pitchFamily="18" charset="0"/>
                <a:ea typeface="Cambria" panose="02040503050406030204" pitchFamily="18" charset="0"/>
              </a:rPr>
              <a:t>Recurring Costs: ₹40,000 per month.</a:t>
            </a:r>
          </a:p>
        </p:txBody>
      </p:sp>
      <p:sp>
        <p:nvSpPr>
          <p:cNvPr id="6" name="TextBox 5">
            <a:extLst>
              <a:ext uri="{FF2B5EF4-FFF2-40B4-BE49-F238E27FC236}">
                <a16:creationId xmlns:a16="http://schemas.microsoft.com/office/drawing/2014/main" id="{F8EBAA04-754A-4E4A-97F8-D45AF291497A}"/>
              </a:ext>
            </a:extLst>
          </p:cNvPr>
          <p:cNvSpPr txBox="1"/>
          <p:nvPr/>
        </p:nvSpPr>
        <p:spPr>
          <a:xfrm>
            <a:off x="6044854" y="251405"/>
            <a:ext cx="6014579" cy="2308324"/>
          </a:xfrm>
          <a:prstGeom prst="rect">
            <a:avLst/>
          </a:prstGeom>
          <a:ln/>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IN" sz="1600" b="1" dirty="0">
                <a:latin typeface="Cambria" panose="02040503050406030204" pitchFamily="18" charset="0"/>
                <a:ea typeface="Cambria" panose="02040503050406030204" pitchFamily="18" charset="0"/>
              </a:rPr>
              <a:t>Small Scale Deployment:</a:t>
            </a:r>
            <a:br>
              <a:rPr lang="en-IN" sz="1600" dirty="0">
                <a:latin typeface="Cambria" panose="02040503050406030204" pitchFamily="18" charset="0"/>
                <a:ea typeface="Cambria" panose="02040503050406030204" pitchFamily="18" charset="0"/>
              </a:rPr>
            </a:br>
            <a:r>
              <a:rPr lang="en-IN" sz="1600" dirty="0">
                <a:latin typeface="Cambria" panose="02040503050406030204" pitchFamily="18" charset="0"/>
                <a:ea typeface="Cambria" panose="02040503050406030204" pitchFamily="18" charset="0"/>
              </a:rPr>
              <a:t>Hardware Costs: ₹20,000 per camera (2-4 cameras) and ₹50,000 for a basic server. (Camera Already Installed)</a:t>
            </a:r>
            <a:br>
              <a:rPr lang="en-IN" sz="1600" dirty="0">
                <a:latin typeface="Cambria" panose="02040503050406030204" pitchFamily="18" charset="0"/>
                <a:ea typeface="Cambria" panose="02040503050406030204" pitchFamily="18" charset="0"/>
              </a:rPr>
            </a:br>
            <a:r>
              <a:rPr lang="en-IN" sz="1600" dirty="0">
                <a:latin typeface="Cambria" panose="02040503050406030204" pitchFamily="18" charset="0"/>
                <a:ea typeface="Cambria" panose="02040503050406030204" pitchFamily="18" charset="0"/>
              </a:rPr>
              <a:t>Software Development: ₹1,50,000 for basic setup and customizations.</a:t>
            </a:r>
            <a:br>
              <a:rPr lang="en-IN" sz="1600" dirty="0">
                <a:latin typeface="Cambria" panose="02040503050406030204" pitchFamily="18" charset="0"/>
                <a:ea typeface="Cambria" panose="02040503050406030204" pitchFamily="18" charset="0"/>
              </a:rPr>
            </a:br>
            <a:r>
              <a:rPr lang="en-IN" sz="1600" dirty="0">
                <a:latin typeface="Cambria" panose="02040503050406030204" pitchFamily="18" charset="0"/>
                <a:ea typeface="Cambria" panose="02040503050406030204" pitchFamily="18" charset="0"/>
              </a:rPr>
              <a:t>Operational Costs: ₹10,000 per month for maintenance, ₹5,000 for cloud services.</a:t>
            </a:r>
            <a:br>
              <a:rPr lang="en-IN" sz="1600" dirty="0">
                <a:latin typeface="Cambria" panose="02040503050406030204" pitchFamily="18" charset="0"/>
                <a:ea typeface="Cambria" panose="02040503050406030204" pitchFamily="18" charset="0"/>
              </a:rPr>
            </a:br>
            <a:r>
              <a:rPr lang="en-IN" sz="1600" dirty="0">
                <a:latin typeface="Cambria" panose="02040503050406030204" pitchFamily="18" charset="0"/>
                <a:ea typeface="Cambria" panose="02040503050406030204" pitchFamily="18" charset="0"/>
              </a:rPr>
              <a:t>Total Initial Costs: ₹2,00,000 to ₹2,40,000.</a:t>
            </a:r>
            <a:br>
              <a:rPr lang="en-IN" sz="1600" dirty="0">
                <a:latin typeface="Cambria" panose="02040503050406030204" pitchFamily="18" charset="0"/>
                <a:ea typeface="Cambria" panose="02040503050406030204" pitchFamily="18" charset="0"/>
              </a:rPr>
            </a:br>
            <a:r>
              <a:rPr lang="en-IN" sz="1600" dirty="0">
                <a:latin typeface="Cambria" panose="02040503050406030204" pitchFamily="18" charset="0"/>
                <a:ea typeface="Cambria" panose="02040503050406030204" pitchFamily="18" charset="0"/>
              </a:rPr>
              <a:t>Recurring Costs: ₹15,000 per month.</a:t>
            </a:r>
            <a:endParaRPr lang="ko-KR" altLang="en-US" sz="1600" dirty="0">
              <a:solidFill>
                <a:schemeClr val="tx1">
                  <a:lumMod val="75000"/>
                  <a:lumOff val="25000"/>
                </a:schemeClr>
              </a:solidFill>
              <a:latin typeface="Cambria" panose="02040503050406030204" pitchFamily="18" charset="0"/>
              <a:cs typeface="Arial" pitchFamily="34" charset="0"/>
            </a:endParaRPr>
          </a:p>
        </p:txBody>
      </p:sp>
      <p:grpSp>
        <p:nvGrpSpPr>
          <p:cNvPr id="8" name="Graphic 5343">
            <a:extLst>
              <a:ext uri="{FF2B5EF4-FFF2-40B4-BE49-F238E27FC236}">
                <a16:creationId xmlns:a16="http://schemas.microsoft.com/office/drawing/2014/main" id="{2B82E94A-0B11-49A6-8210-5F3321E36C7D}"/>
              </a:ext>
            </a:extLst>
          </p:cNvPr>
          <p:cNvGrpSpPr/>
          <p:nvPr/>
        </p:nvGrpSpPr>
        <p:grpSpPr>
          <a:xfrm>
            <a:off x="5277372" y="1500511"/>
            <a:ext cx="840506" cy="3856978"/>
            <a:chOff x="7783270" y="3992865"/>
            <a:chExt cx="264448" cy="1213522"/>
          </a:xfrm>
        </p:grpSpPr>
        <p:sp>
          <p:nvSpPr>
            <p:cNvPr id="14" name="Freeform: Shape 113">
              <a:extLst>
                <a:ext uri="{FF2B5EF4-FFF2-40B4-BE49-F238E27FC236}">
                  <a16:creationId xmlns:a16="http://schemas.microsoft.com/office/drawing/2014/main" id="{C3564596-6CBB-4FA2-85BC-10644BCFDE2A}"/>
                </a:ext>
              </a:extLst>
            </p:cNvPr>
            <p:cNvSpPr/>
            <p:nvPr/>
          </p:nvSpPr>
          <p:spPr>
            <a:xfrm>
              <a:off x="7783287" y="4105294"/>
              <a:ext cx="190501" cy="990600"/>
            </a:xfrm>
            <a:custGeom>
              <a:avLst/>
              <a:gdLst>
                <a:gd name="connsiteX0" fmla="*/ 155734 w 190500"/>
                <a:gd name="connsiteY0" fmla="*/ 973931 h 990600"/>
                <a:gd name="connsiteX1" fmla="*/ 21431 w 190500"/>
                <a:gd name="connsiteY1" fmla="*/ 970121 h 990600"/>
                <a:gd name="connsiteX2" fmla="*/ 43339 w 190500"/>
                <a:gd name="connsiteY2" fmla="*/ 21431 h 990600"/>
                <a:gd name="connsiteX3" fmla="*/ 177641 w 190500"/>
                <a:gd name="connsiteY3" fmla="*/ 25241 h 990600"/>
              </a:gdLst>
              <a:ahLst/>
              <a:cxnLst>
                <a:cxn ang="0">
                  <a:pos x="connsiteX0" y="connsiteY0"/>
                </a:cxn>
                <a:cxn ang="0">
                  <a:pos x="connsiteX1" y="connsiteY1"/>
                </a:cxn>
                <a:cxn ang="0">
                  <a:pos x="connsiteX2" y="connsiteY2"/>
                </a:cxn>
                <a:cxn ang="0">
                  <a:pos x="connsiteX3" y="connsiteY3"/>
                </a:cxn>
              </a:cxnLst>
              <a:rect l="l" t="t" r="r" b="b"/>
              <a:pathLst>
                <a:path w="190500" h="990600">
                  <a:moveTo>
                    <a:pt x="155734" y="973931"/>
                  </a:moveTo>
                  <a:lnTo>
                    <a:pt x="21431" y="970121"/>
                  </a:lnTo>
                  <a:lnTo>
                    <a:pt x="43339" y="21431"/>
                  </a:lnTo>
                  <a:lnTo>
                    <a:pt x="177641" y="25241"/>
                  </a:lnTo>
                  <a:close/>
                </a:path>
              </a:pathLst>
            </a:custGeom>
            <a:solidFill>
              <a:srgbClr val="25BDC7"/>
            </a:solidFill>
            <a:ln w="28575" cap="rnd">
              <a:solidFill>
                <a:srgbClr val="333331"/>
              </a:solidFill>
              <a:prstDash val="solid"/>
              <a:round/>
            </a:ln>
          </p:spPr>
          <p:txBody>
            <a:bodyPr rtlCol="0" anchor="ctr"/>
            <a:lstStyle/>
            <a:p>
              <a:endParaRPr lang="en-US"/>
            </a:p>
          </p:txBody>
        </p:sp>
        <p:sp>
          <p:nvSpPr>
            <p:cNvPr id="15" name="Freeform: Shape 114">
              <a:extLst>
                <a:ext uri="{FF2B5EF4-FFF2-40B4-BE49-F238E27FC236}">
                  <a16:creationId xmlns:a16="http://schemas.microsoft.com/office/drawing/2014/main" id="{46E95B2B-81D9-47D6-A02C-924A8CEA7DD0}"/>
                </a:ext>
              </a:extLst>
            </p:cNvPr>
            <p:cNvSpPr/>
            <p:nvPr/>
          </p:nvSpPr>
          <p:spPr>
            <a:xfrm>
              <a:off x="7831864" y="3992865"/>
              <a:ext cx="123825" cy="152400"/>
            </a:xfrm>
            <a:custGeom>
              <a:avLst/>
              <a:gdLst>
                <a:gd name="connsiteX0" fmla="*/ 66199 w 123825"/>
                <a:gd name="connsiteY0" fmla="*/ 21467 h 152400"/>
                <a:gd name="connsiteX1" fmla="*/ 66199 w 123825"/>
                <a:gd name="connsiteY1" fmla="*/ 21467 h 152400"/>
                <a:gd name="connsiteX2" fmla="*/ 24289 w 123825"/>
                <a:gd name="connsiteY2" fmla="*/ 61472 h 152400"/>
                <a:gd name="connsiteX3" fmla="*/ 21431 w 123825"/>
                <a:gd name="connsiteY3" fmla="*/ 134815 h 152400"/>
                <a:gd name="connsiteX4" fmla="*/ 102394 w 123825"/>
                <a:gd name="connsiteY4" fmla="*/ 137672 h 152400"/>
                <a:gd name="connsiteX5" fmla="*/ 105251 w 123825"/>
                <a:gd name="connsiteY5" fmla="*/ 64330 h 152400"/>
                <a:gd name="connsiteX6" fmla="*/ 66199 w 123825"/>
                <a:gd name="connsiteY6" fmla="*/ 21467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3825" h="152400">
                  <a:moveTo>
                    <a:pt x="66199" y="21467"/>
                  </a:moveTo>
                  <a:lnTo>
                    <a:pt x="66199" y="21467"/>
                  </a:lnTo>
                  <a:cubicBezTo>
                    <a:pt x="44291" y="20515"/>
                    <a:pt x="25241" y="38612"/>
                    <a:pt x="24289" y="61472"/>
                  </a:cubicBezTo>
                  <a:lnTo>
                    <a:pt x="21431" y="134815"/>
                  </a:lnTo>
                  <a:lnTo>
                    <a:pt x="102394" y="137672"/>
                  </a:lnTo>
                  <a:lnTo>
                    <a:pt x="105251" y="64330"/>
                  </a:lnTo>
                  <a:cubicBezTo>
                    <a:pt x="106204" y="40517"/>
                    <a:pt x="89059" y="22420"/>
                    <a:pt x="66199" y="21467"/>
                  </a:cubicBezTo>
                  <a:close/>
                </a:path>
              </a:pathLst>
            </a:custGeom>
            <a:solidFill>
              <a:schemeClr val="bg1"/>
            </a:solidFill>
            <a:ln w="28575" cap="rnd">
              <a:solidFill>
                <a:srgbClr val="333331"/>
              </a:solidFill>
              <a:prstDash val="solid"/>
              <a:round/>
            </a:ln>
          </p:spPr>
          <p:txBody>
            <a:bodyPr rtlCol="0" anchor="ctr"/>
            <a:lstStyle/>
            <a:p>
              <a:endParaRPr lang="en-US"/>
            </a:p>
          </p:txBody>
        </p:sp>
        <p:sp>
          <p:nvSpPr>
            <p:cNvPr id="16" name="Freeform: Shape 115">
              <a:extLst>
                <a:ext uri="{FF2B5EF4-FFF2-40B4-BE49-F238E27FC236}">
                  <a16:creationId xmlns:a16="http://schemas.microsoft.com/office/drawing/2014/main" id="{373ADFFB-E863-4259-91F6-9B306AB46B17}"/>
                </a:ext>
              </a:extLst>
            </p:cNvPr>
            <p:cNvSpPr/>
            <p:nvPr/>
          </p:nvSpPr>
          <p:spPr>
            <a:xfrm>
              <a:off x="7783270" y="5053987"/>
              <a:ext cx="171451" cy="152400"/>
            </a:xfrm>
            <a:custGeom>
              <a:avLst/>
              <a:gdLst>
                <a:gd name="connsiteX0" fmla="*/ 21431 w 171450"/>
                <a:gd name="connsiteY0" fmla="*/ 21431 h 152400"/>
                <a:gd name="connsiteX1" fmla="*/ 61436 w 171450"/>
                <a:gd name="connsiteY1" fmla="*/ 118586 h 152400"/>
                <a:gd name="connsiteX2" fmla="*/ 109061 w 171450"/>
                <a:gd name="connsiteY2" fmla="*/ 119539 h 152400"/>
                <a:gd name="connsiteX3" fmla="*/ 154781 w 171450"/>
                <a:gd name="connsiteY3" fmla="*/ 25241 h 152400"/>
                <a:gd name="connsiteX4" fmla="*/ 21431 w 171450"/>
                <a:gd name="connsiteY4" fmla="*/ 21431 h 15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0" h="152400">
                  <a:moveTo>
                    <a:pt x="21431" y="21431"/>
                  </a:moveTo>
                  <a:lnTo>
                    <a:pt x="61436" y="118586"/>
                  </a:lnTo>
                  <a:cubicBezTo>
                    <a:pt x="70009" y="139541"/>
                    <a:pt x="99536" y="140494"/>
                    <a:pt x="109061" y="119539"/>
                  </a:cubicBezTo>
                  <a:lnTo>
                    <a:pt x="154781" y="25241"/>
                  </a:lnTo>
                  <a:lnTo>
                    <a:pt x="21431" y="21431"/>
                  </a:lnTo>
                  <a:close/>
                </a:path>
              </a:pathLst>
            </a:custGeom>
            <a:solidFill>
              <a:schemeClr val="tx1">
                <a:lumMod val="75000"/>
                <a:lumOff val="25000"/>
              </a:schemeClr>
            </a:solidFill>
            <a:ln w="28575" cap="rnd">
              <a:solidFill>
                <a:srgbClr val="333331"/>
              </a:solidFill>
              <a:prstDash val="solid"/>
              <a:round/>
            </a:ln>
          </p:spPr>
          <p:txBody>
            <a:bodyPr rtlCol="0" anchor="ctr"/>
            <a:lstStyle/>
            <a:p>
              <a:endParaRPr lang="en-US"/>
            </a:p>
          </p:txBody>
        </p:sp>
        <p:sp>
          <p:nvSpPr>
            <p:cNvPr id="17" name="Freeform: Shape 116">
              <a:extLst>
                <a:ext uri="{FF2B5EF4-FFF2-40B4-BE49-F238E27FC236}">
                  <a16:creationId xmlns:a16="http://schemas.microsoft.com/office/drawing/2014/main" id="{EC6350CB-3962-4B5B-808A-A32F273BF49E}"/>
                </a:ext>
              </a:extLst>
            </p:cNvPr>
            <p:cNvSpPr/>
            <p:nvPr/>
          </p:nvSpPr>
          <p:spPr>
            <a:xfrm>
              <a:off x="7809592" y="4156731"/>
              <a:ext cx="238126" cy="314325"/>
            </a:xfrm>
            <a:custGeom>
              <a:avLst/>
              <a:gdLst>
                <a:gd name="connsiteX0" fmla="*/ 21431 w 238125"/>
                <a:gd name="connsiteY0" fmla="*/ 21431 h 314325"/>
                <a:gd name="connsiteX1" fmla="*/ 164306 w 238125"/>
                <a:gd name="connsiteY1" fmla="*/ 23336 h 314325"/>
                <a:gd name="connsiteX2" fmla="*/ 224314 w 238125"/>
                <a:gd name="connsiteY2" fmla="*/ 100489 h 314325"/>
                <a:gd name="connsiteX3" fmla="*/ 218599 w 238125"/>
                <a:gd name="connsiteY3" fmla="*/ 297656 h 314325"/>
              </a:gdLst>
              <a:ahLst/>
              <a:cxnLst>
                <a:cxn ang="0">
                  <a:pos x="connsiteX0" y="connsiteY0"/>
                </a:cxn>
                <a:cxn ang="0">
                  <a:pos x="connsiteX1" y="connsiteY1"/>
                </a:cxn>
                <a:cxn ang="0">
                  <a:pos x="connsiteX2" y="connsiteY2"/>
                </a:cxn>
                <a:cxn ang="0">
                  <a:pos x="connsiteX3" y="connsiteY3"/>
                </a:cxn>
              </a:cxnLst>
              <a:rect l="l" t="t" r="r" b="b"/>
              <a:pathLst>
                <a:path w="238125" h="314325">
                  <a:moveTo>
                    <a:pt x="21431" y="21431"/>
                  </a:moveTo>
                  <a:lnTo>
                    <a:pt x="164306" y="23336"/>
                  </a:lnTo>
                  <a:cubicBezTo>
                    <a:pt x="198596" y="24289"/>
                    <a:pt x="226219" y="58579"/>
                    <a:pt x="224314" y="100489"/>
                  </a:cubicBezTo>
                  <a:lnTo>
                    <a:pt x="218599" y="297656"/>
                  </a:lnTo>
                </a:path>
              </a:pathLst>
            </a:custGeom>
            <a:noFill/>
            <a:ln w="28575" cap="rnd">
              <a:solidFill>
                <a:srgbClr val="333331"/>
              </a:solidFill>
              <a:prstDash val="solid"/>
              <a:round/>
            </a:ln>
          </p:spPr>
          <p:txBody>
            <a:bodyPr rtlCol="0" anchor="ctr"/>
            <a:lstStyle/>
            <a:p>
              <a:endParaRPr lang="en-US"/>
            </a:p>
          </p:txBody>
        </p:sp>
      </p:grpSp>
      <p:pic>
        <p:nvPicPr>
          <p:cNvPr id="3074" name="Picture 2" descr="Page 3 | Rupee Symbol Vectors &amp; Illustrations for Free Download | Freepik">
            <a:extLst>
              <a:ext uri="{FF2B5EF4-FFF2-40B4-BE49-F238E27FC236}">
                <a16:creationId xmlns:a16="http://schemas.microsoft.com/office/drawing/2014/main" id="{89362E40-CD06-6F97-39B0-96144DFC03D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23260" y="149425"/>
            <a:ext cx="909931" cy="707886"/>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7CF97EB-C731-EA50-00D6-A70D925899D1}"/>
              </a:ext>
            </a:extLst>
          </p:cNvPr>
          <p:cNvSpPr txBox="1"/>
          <p:nvPr/>
        </p:nvSpPr>
        <p:spPr>
          <a:xfrm>
            <a:off x="5739455" y="6406900"/>
            <a:ext cx="2855168" cy="369332"/>
          </a:xfrm>
          <a:prstGeom prst="rect">
            <a:avLst/>
          </a:prstGeom>
          <a:noFill/>
        </p:spPr>
        <p:txBody>
          <a:bodyPr wrap="square" rtlCol="0">
            <a:spAutoFit/>
          </a:bodyPr>
          <a:lstStyle/>
          <a:p>
            <a:r>
              <a:rPr lang="en-US" dirty="0">
                <a:hlinkClick r:id="rId3"/>
              </a:rPr>
              <a:t>BASE REASEARCH PAPER</a:t>
            </a:r>
            <a:endParaRPr lang="en-IN" dirty="0"/>
          </a:p>
        </p:txBody>
      </p:sp>
      <p:sp>
        <p:nvSpPr>
          <p:cNvPr id="7" name="TextBox 6">
            <a:extLst>
              <a:ext uri="{FF2B5EF4-FFF2-40B4-BE49-F238E27FC236}">
                <a16:creationId xmlns:a16="http://schemas.microsoft.com/office/drawing/2014/main" id="{431FE67B-DA80-351B-D7E5-CCB6C026B65B}"/>
              </a:ext>
            </a:extLst>
          </p:cNvPr>
          <p:cNvSpPr txBox="1"/>
          <p:nvPr/>
        </p:nvSpPr>
        <p:spPr>
          <a:xfrm>
            <a:off x="8163466" y="6421929"/>
            <a:ext cx="3079922" cy="369332"/>
          </a:xfrm>
          <a:prstGeom prst="rect">
            <a:avLst/>
          </a:prstGeom>
          <a:noFill/>
        </p:spPr>
        <p:txBody>
          <a:bodyPr wrap="square" rtlCol="0" anchor="ctr">
            <a:spAutoFit/>
          </a:bodyPr>
          <a:lstStyle/>
          <a:p>
            <a:r>
              <a:rPr lang="en-US" sz="1800" b="0" dirty="0">
                <a:hlinkClick r:id="rId4"/>
              </a:rPr>
              <a:t>Helmet_Detection_OCR_ANPR</a:t>
            </a:r>
            <a:endParaRPr lang="ko-KR" altLang="en-US" b="1" dirty="0">
              <a:solidFill>
                <a:srgbClr val="262626"/>
              </a:solidFill>
              <a:cs typeface="Arial" pitchFamily="34" charset="0"/>
            </a:endParaRPr>
          </a:p>
        </p:txBody>
      </p:sp>
      <p:sp>
        <p:nvSpPr>
          <p:cNvPr id="9" name="TextBox 8">
            <a:extLst>
              <a:ext uri="{FF2B5EF4-FFF2-40B4-BE49-F238E27FC236}">
                <a16:creationId xmlns:a16="http://schemas.microsoft.com/office/drawing/2014/main" id="{9B3DAC42-B08F-179C-953B-6E91C8A09B8C}"/>
              </a:ext>
            </a:extLst>
          </p:cNvPr>
          <p:cNvSpPr txBox="1"/>
          <p:nvPr/>
        </p:nvSpPr>
        <p:spPr>
          <a:xfrm>
            <a:off x="7306101" y="6030054"/>
            <a:ext cx="1996519" cy="369332"/>
          </a:xfrm>
          <a:prstGeom prst="rect">
            <a:avLst/>
          </a:prstGeom>
          <a:noFill/>
        </p:spPr>
        <p:txBody>
          <a:bodyPr wrap="square" rtlCol="0">
            <a:spAutoFit/>
          </a:bodyPr>
          <a:lstStyle/>
          <a:p>
            <a:r>
              <a:rPr lang="en-US" dirty="0">
                <a:hlinkClick r:id="rId5"/>
              </a:rPr>
              <a:t>Project GitHub Link</a:t>
            </a:r>
            <a:endParaRPr lang="en-IN" dirty="0"/>
          </a:p>
        </p:txBody>
      </p:sp>
    </p:spTree>
    <p:extLst>
      <p:ext uri="{BB962C8B-B14F-4D97-AF65-F5344CB8AC3E}">
        <p14:creationId xmlns:p14="http://schemas.microsoft.com/office/powerpoint/2010/main" val="2888449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500" fill="hold"/>
                                        <p:tgtEl>
                                          <p:spTgt spid="5"/>
                                        </p:tgtEl>
                                        <p:attrNameLst>
                                          <p:attrName>ppt_w</p:attrName>
                                        </p:attrNameLst>
                                      </p:cBhvr>
                                      <p:tavLst>
                                        <p:tav tm="0">
                                          <p:val>
                                            <p:fltVal val="0"/>
                                          </p:val>
                                        </p:tav>
                                        <p:tav tm="100000">
                                          <p:val>
                                            <p:strVal val="#ppt_w"/>
                                          </p:val>
                                        </p:tav>
                                      </p:tavLst>
                                    </p:anim>
                                    <p:anim calcmode="lin" valueType="num">
                                      <p:cBhvr>
                                        <p:cTn id="15" dur="500" fill="hold"/>
                                        <p:tgtEl>
                                          <p:spTgt spid="5"/>
                                        </p:tgtEl>
                                        <p:attrNameLst>
                                          <p:attrName>ppt_h</p:attrName>
                                        </p:attrNameLst>
                                      </p:cBhvr>
                                      <p:tavLst>
                                        <p:tav tm="0">
                                          <p:val>
                                            <p:fltVal val="0"/>
                                          </p:val>
                                        </p:tav>
                                        <p:tav tm="100000">
                                          <p:val>
                                            <p:strVal val="#ppt_h"/>
                                          </p:val>
                                        </p:tav>
                                      </p:tavLst>
                                    </p:anim>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p:cTn id="21" dur="500" fill="hold"/>
                                        <p:tgtEl>
                                          <p:spTgt spid="4"/>
                                        </p:tgtEl>
                                        <p:attrNameLst>
                                          <p:attrName>ppt_w</p:attrName>
                                        </p:attrNameLst>
                                      </p:cBhvr>
                                      <p:tavLst>
                                        <p:tav tm="0">
                                          <p:val>
                                            <p:fltVal val="0"/>
                                          </p:val>
                                        </p:tav>
                                        <p:tav tm="100000">
                                          <p:val>
                                            <p:strVal val="#ppt_w"/>
                                          </p:val>
                                        </p:tav>
                                      </p:tavLst>
                                    </p:anim>
                                    <p:anim calcmode="lin" valueType="num">
                                      <p:cBhvr>
                                        <p:cTn id="22" dur="500" fill="hold"/>
                                        <p:tgtEl>
                                          <p:spTgt spid="4"/>
                                        </p:tgtEl>
                                        <p:attrNameLst>
                                          <p:attrName>ppt_h</p:attrName>
                                        </p:attrNameLst>
                                      </p:cBhvr>
                                      <p:tavLst>
                                        <p:tav tm="0">
                                          <p:val>
                                            <p:fltVal val="0"/>
                                          </p:val>
                                        </p:tav>
                                        <p:tav tm="100000">
                                          <p:val>
                                            <p:strVal val="#ppt_h"/>
                                          </p:val>
                                        </p:tav>
                                      </p:tavLst>
                                    </p:anim>
                                    <p:animEffect transition="in" filter="fade">
                                      <p:cBhvr>
                                        <p:cTn id="2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4B0FF5B-5857-4DD2-8316-525F7AB76D4C}"/>
              </a:ext>
            </a:extLst>
          </p:cNvPr>
          <p:cNvGrpSpPr/>
          <p:nvPr/>
        </p:nvGrpSpPr>
        <p:grpSpPr>
          <a:xfrm rot="10800000">
            <a:off x="0" y="124516"/>
            <a:ext cx="3596640" cy="576521"/>
            <a:chOff x="5170925" y="2573079"/>
            <a:chExt cx="7020926" cy="1711842"/>
          </a:xfrm>
        </p:grpSpPr>
        <p:sp>
          <p:nvSpPr>
            <p:cNvPr id="4" name="Rectangle 3">
              <a:extLst>
                <a:ext uri="{FF2B5EF4-FFF2-40B4-BE49-F238E27FC236}">
                  <a16:creationId xmlns:a16="http://schemas.microsoft.com/office/drawing/2014/main" id="{2FD24A37-A04F-4CF8-80D7-1D65CB9073FD}"/>
                </a:ext>
              </a:extLst>
            </p:cNvPr>
            <p:cNvSpPr/>
            <p:nvPr/>
          </p:nvSpPr>
          <p:spPr>
            <a:xfrm>
              <a:off x="5208124" y="2573079"/>
              <a:ext cx="6983727" cy="1711842"/>
            </a:xfrm>
            <a:prstGeom prst="rect">
              <a:avLst/>
            </a:prstGeom>
            <a:solidFill>
              <a:srgbClr val="25BD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Rectangle 4">
              <a:extLst>
                <a:ext uri="{FF2B5EF4-FFF2-40B4-BE49-F238E27FC236}">
                  <a16:creationId xmlns:a16="http://schemas.microsoft.com/office/drawing/2014/main" id="{AE50E034-FB76-415F-B18C-807D285EA85C}"/>
                </a:ext>
              </a:extLst>
            </p:cNvPr>
            <p:cNvSpPr/>
            <p:nvPr/>
          </p:nvSpPr>
          <p:spPr>
            <a:xfrm>
              <a:off x="5170925" y="2573079"/>
              <a:ext cx="168407" cy="1711842"/>
            </a:xfrm>
            <a:prstGeom prst="rect">
              <a:avLst/>
            </a:prstGeom>
            <a:solidFill>
              <a:srgbClr val="F6AF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6" name="TextBox 5"/>
          <p:cNvSpPr txBox="1"/>
          <p:nvPr/>
        </p:nvSpPr>
        <p:spPr>
          <a:xfrm>
            <a:off x="352129" y="181943"/>
            <a:ext cx="2997021" cy="461665"/>
          </a:xfrm>
          <a:prstGeom prst="rect">
            <a:avLst/>
          </a:prstGeom>
          <a:noFill/>
        </p:spPr>
        <p:txBody>
          <a:bodyPr wrap="square" rtlCol="0">
            <a:spAutoFit/>
          </a:bodyPr>
          <a:lstStyle/>
          <a:p>
            <a:r>
              <a:rPr lang="en-IN" sz="2400" b="1" dirty="0">
                <a:solidFill>
                  <a:schemeClr val="bg1"/>
                </a:solidFill>
                <a:latin typeface="Cambria" panose="02040503050406030204" pitchFamily="18" charset="0"/>
                <a:ea typeface="Cambria" panose="02040503050406030204" pitchFamily="18" charset="0"/>
              </a:rPr>
              <a:t>MODULES</a:t>
            </a:r>
          </a:p>
        </p:txBody>
      </p:sp>
      <p:sp>
        <p:nvSpPr>
          <p:cNvPr id="7" name="TextBox 6"/>
          <p:cNvSpPr txBox="1"/>
          <p:nvPr/>
        </p:nvSpPr>
        <p:spPr>
          <a:xfrm>
            <a:off x="923365" y="720437"/>
            <a:ext cx="10152072" cy="5632311"/>
          </a:xfrm>
          <a:prstGeom prst="rect">
            <a:avLst/>
          </a:prstGeom>
          <a:noFill/>
        </p:spPr>
        <p:txBody>
          <a:bodyPr wrap="square" rtlCol="0">
            <a:spAutoFit/>
          </a:bodyPr>
          <a:lstStyle/>
          <a:p>
            <a:pPr marL="342900" indent="-342900">
              <a:buAutoNum type="arabicPeriod"/>
            </a:pPr>
            <a:r>
              <a:rPr lang="en-US" sz="2400" b="1" dirty="0"/>
              <a:t>ADMIN</a:t>
            </a:r>
          </a:p>
          <a:p>
            <a:pPr marL="342900" indent="-342900"/>
            <a:r>
              <a:rPr lang="en-US" sz="2400" b="1" dirty="0"/>
              <a:t>    </a:t>
            </a:r>
            <a:r>
              <a:rPr lang="en-IN" sz="2400" b="1" dirty="0"/>
              <a:t>Helmet Safety Manager</a:t>
            </a:r>
            <a:br>
              <a:rPr lang="en-IN" sz="2400" dirty="0"/>
            </a:br>
            <a:r>
              <a:rPr lang="en-IN" sz="2400" i="1" dirty="0"/>
              <a:t>Details about the administrative module and dashboard for monitoring.</a:t>
            </a:r>
          </a:p>
          <a:p>
            <a:pPr marL="342900" indent="-342900"/>
            <a:endParaRPr lang="en-US" sz="2400" b="1" dirty="0"/>
          </a:p>
          <a:p>
            <a:pPr marL="342900" indent="-342900"/>
            <a:r>
              <a:rPr lang="en-US" sz="2400" b="1" dirty="0"/>
              <a:t>2. </a:t>
            </a:r>
            <a:r>
              <a:rPr lang="en-IN" sz="2400" b="1" dirty="0"/>
              <a:t>Compliance Officer</a:t>
            </a:r>
            <a:endParaRPr lang="en-US" sz="2400" b="1" dirty="0"/>
          </a:p>
          <a:p>
            <a:pPr marL="342900" indent="-342900"/>
            <a:r>
              <a:rPr lang="en-US" sz="2400" b="1" dirty="0"/>
              <a:t>	</a:t>
            </a:r>
            <a:r>
              <a:rPr lang="en-IN" sz="2400" dirty="0"/>
              <a:t>Details about modules managing helmet detection compliance for employees or users.</a:t>
            </a:r>
          </a:p>
          <a:p>
            <a:pPr marL="342900" indent="-342900"/>
            <a:endParaRPr lang="en-US" sz="2400" b="1" dirty="0"/>
          </a:p>
          <a:p>
            <a:pPr marL="342900" indent="-342900"/>
            <a:r>
              <a:rPr lang="en-US" sz="2400" b="1" dirty="0"/>
              <a:t>3. </a:t>
            </a:r>
            <a:r>
              <a:rPr lang="en-IN" sz="2400" b="1" dirty="0"/>
              <a:t>Rider Safety Tracker</a:t>
            </a:r>
            <a:r>
              <a:rPr lang="en-US" sz="2400" b="1" dirty="0"/>
              <a:t>	</a:t>
            </a:r>
            <a:br>
              <a:rPr lang="en-US" sz="2400" b="1" dirty="0"/>
            </a:br>
            <a:r>
              <a:rPr lang="en-IN" sz="2400" dirty="0"/>
              <a:t>Details about modules tracking helmet usage for delivery personnel.</a:t>
            </a:r>
            <a:br>
              <a:rPr lang="en-IN" sz="2400" dirty="0"/>
            </a:br>
            <a:endParaRPr lang="en-US" sz="2400" b="1" dirty="0"/>
          </a:p>
          <a:p>
            <a:pPr marL="342900" indent="-342900"/>
            <a:r>
              <a:rPr lang="en-US" sz="2400" b="1" dirty="0"/>
              <a:t>4. </a:t>
            </a:r>
            <a:r>
              <a:rPr lang="en-IN" sz="2400" b="1" dirty="0"/>
              <a:t>User Awareness Hub</a:t>
            </a:r>
            <a:r>
              <a:rPr lang="en-US" sz="2400" b="1" dirty="0"/>
              <a:t>	</a:t>
            </a:r>
            <a:br>
              <a:rPr lang="en-US" sz="2400" b="1" dirty="0"/>
            </a:br>
            <a:r>
              <a:rPr lang="en-IN" sz="2400" dirty="0"/>
              <a:t>Details about modules engaging customers in safety practices or helmet-related information.</a:t>
            </a:r>
            <a:endParaRPr lang="en-US" sz="2400" b="1" dirty="0"/>
          </a:p>
          <a:p>
            <a:pPr marL="342900" indent="-342900">
              <a:buAutoNum type="arabicPeriod"/>
            </a:pPr>
            <a:endParaRPr lang="en-US" sz="2400" b="1" dirty="0"/>
          </a:p>
        </p:txBody>
      </p:sp>
      <p:sp>
        <p:nvSpPr>
          <p:cNvPr id="2" name="TextBox 1">
            <a:extLst>
              <a:ext uri="{FF2B5EF4-FFF2-40B4-BE49-F238E27FC236}">
                <a16:creationId xmlns:a16="http://schemas.microsoft.com/office/drawing/2014/main" id="{0869C9A9-BAC8-F2E6-82C5-4805574C9B3A}"/>
              </a:ext>
            </a:extLst>
          </p:cNvPr>
          <p:cNvSpPr txBox="1"/>
          <p:nvPr/>
        </p:nvSpPr>
        <p:spPr>
          <a:xfrm>
            <a:off x="1716832" y="6306725"/>
            <a:ext cx="2855168" cy="369332"/>
          </a:xfrm>
          <a:prstGeom prst="rect">
            <a:avLst/>
          </a:prstGeom>
          <a:noFill/>
        </p:spPr>
        <p:txBody>
          <a:bodyPr wrap="square" rtlCol="0">
            <a:spAutoFit/>
          </a:bodyPr>
          <a:lstStyle/>
          <a:p>
            <a:r>
              <a:rPr lang="en-US" dirty="0">
                <a:hlinkClick r:id="rId2"/>
              </a:rPr>
              <a:t>BASE REASEARCH PAPER</a:t>
            </a:r>
            <a:endParaRPr lang="en-IN" dirty="0"/>
          </a:p>
        </p:txBody>
      </p:sp>
      <p:sp>
        <p:nvSpPr>
          <p:cNvPr id="8" name="TextBox 7">
            <a:extLst>
              <a:ext uri="{FF2B5EF4-FFF2-40B4-BE49-F238E27FC236}">
                <a16:creationId xmlns:a16="http://schemas.microsoft.com/office/drawing/2014/main" id="{92B2593E-7FFC-099C-1B12-06F01FE23E0F}"/>
              </a:ext>
            </a:extLst>
          </p:cNvPr>
          <p:cNvSpPr txBox="1"/>
          <p:nvPr/>
        </p:nvSpPr>
        <p:spPr>
          <a:xfrm>
            <a:off x="4207286" y="6306725"/>
            <a:ext cx="3079922" cy="369332"/>
          </a:xfrm>
          <a:prstGeom prst="rect">
            <a:avLst/>
          </a:prstGeom>
          <a:noFill/>
        </p:spPr>
        <p:txBody>
          <a:bodyPr wrap="square" rtlCol="0" anchor="ctr">
            <a:spAutoFit/>
          </a:bodyPr>
          <a:lstStyle/>
          <a:p>
            <a:r>
              <a:rPr lang="en-US" sz="1800" b="0" dirty="0">
                <a:hlinkClick r:id="rId3"/>
              </a:rPr>
              <a:t>Helmet_Detection_OCR_ANPR</a:t>
            </a:r>
            <a:endParaRPr lang="ko-KR" altLang="en-US" b="1" dirty="0">
              <a:solidFill>
                <a:srgbClr val="262626"/>
              </a:solidFill>
              <a:cs typeface="Arial" pitchFamily="34" charset="0"/>
            </a:endParaRPr>
          </a:p>
        </p:txBody>
      </p:sp>
      <p:sp>
        <p:nvSpPr>
          <p:cNvPr id="9" name="TextBox 8">
            <a:extLst>
              <a:ext uri="{FF2B5EF4-FFF2-40B4-BE49-F238E27FC236}">
                <a16:creationId xmlns:a16="http://schemas.microsoft.com/office/drawing/2014/main" id="{33E132D8-624F-1367-EA07-3BD2486FD1F1}"/>
              </a:ext>
            </a:extLst>
          </p:cNvPr>
          <p:cNvSpPr txBox="1"/>
          <p:nvPr/>
        </p:nvSpPr>
        <p:spPr>
          <a:xfrm>
            <a:off x="7287208" y="6329737"/>
            <a:ext cx="1996519" cy="369332"/>
          </a:xfrm>
          <a:prstGeom prst="rect">
            <a:avLst/>
          </a:prstGeom>
          <a:noFill/>
        </p:spPr>
        <p:txBody>
          <a:bodyPr wrap="square" rtlCol="0">
            <a:spAutoFit/>
          </a:bodyPr>
          <a:lstStyle/>
          <a:p>
            <a:r>
              <a:rPr lang="en-US" dirty="0">
                <a:hlinkClick r:id="rId4"/>
              </a:rPr>
              <a:t>Project GitHub Link</a:t>
            </a:r>
            <a:endParaRPr lang="en-IN" dirty="0"/>
          </a:p>
        </p:txBody>
      </p:sp>
    </p:spTree>
    <p:extLst>
      <p:ext uri="{BB962C8B-B14F-4D97-AF65-F5344CB8AC3E}">
        <p14:creationId xmlns:p14="http://schemas.microsoft.com/office/powerpoint/2010/main" val="1252630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4B0FF5B-5857-4DD2-8316-525F7AB76D4C}"/>
              </a:ext>
            </a:extLst>
          </p:cNvPr>
          <p:cNvGrpSpPr/>
          <p:nvPr/>
        </p:nvGrpSpPr>
        <p:grpSpPr>
          <a:xfrm rot="10800000">
            <a:off x="0" y="124516"/>
            <a:ext cx="3596640" cy="576521"/>
            <a:chOff x="5170925" y="2573079"/>
            <a:chExt cx="7020926" cy="1711842"/>
          </a:xfrm>
        </p:grpSpPr>
        <p:sp>
          <p:nvSpPr>
            <p:cNvPr id="4" name="Rectangle 3">
              <a:extLst>
                <a:ext uri="{FF2B5EF4-FFF2-40B4-BE49-F238E27FC236}">
                  <a16:creationId xmlns:a16="http://schemas.microsoft.com/office/drawing/2014/main" id="{2FD24A37-A04F-4CF8-80D7-1D65CB9073FD}"/>
                </a:ext>
              </a:extLst>
            </p:cNvPr>
            <p:cNvSpPr/>
            <p:nvPr/>
          </p:nvSpPr>
          <p:spPr>
            <a:xfrm>
              <a:off x="5208124" y="2573079"/>
              <a:ext cx="6983727" cy="1711842"/>
            </a:xfrm>
            <a:prstGeom prst="rect">
              <a:avLst/>
            </a:prstGeom>
            <a:solidFill>
              <a:srgbClr val="25BD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Rectangle 4">
              <a:extLst>
                <a:ext uri="{FF2B5EF4-FFF2-40B4-BE49-F238E27FC236}">
                  <a16:creationId xmlns:a16="http://schemas.microsoft.com/office/drawing/2014/main" id="{AE50E034-FB76-415F-B18C-807D285EA85C}"/>
                </a:ext>
              </a:extLst>
            </p:cNvPr>
            <p:cNvSpPr/>
            <p:nvPr/>
          </p:nvSpPr>
          <p:spPr>
            <a:xfrm>
              <a:off x="5170925" y="2573079"/>
              <a:ext cx="168407" cy="1711842"/>
            </a:xfrm>
            <a:prstGeom prst="rect">
              <a:avLst/>
            </a:prstGeom>
            <a:solidFill>
              <a:srgbClr val="F6AF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6" name="TextBox 5"/>
          <p:cNvSpPr txBox="1"/>
          <p:nvPr/>
        </p:nvSpPr>
        <p:spPr>
          <a:xfrm>
            <a:off x="352129" y="181943"/>
            <a:ext cx="2997021" cy="461665"/>
          </a:xfrm>
          <a:prstGeom prst="rect">
            <a:avLst/>
          </a:prstGeom>
          <a:noFill/>
        </p:spPr>
        <p:txBody>
          <a:bodyPr wrap="square" rtlCol="0">
            <a:spAutoFit/>
          </a:bodyPr>
          <a:lstStyle/>
          <a:p>
            <a:r>
              <a:rPr lang="en-IN" sz="2400" b="1" dirty="0">
                <a:solidFill>
                  <a:schemeClr val="bg1"/>
                </a:solidFill>
                <a:latin typeface="Cambria" panose="02040503050406030204" pitchFamily="18" charset="0"/>
                <a:ea typeface="Cambria" panose="02040503050406030204" pitchFamily="18" charset="0"/>
              </a:rPr>
              <a:t>Use Case Diagram</a:t>
            </a:r>
          </a:p>
        </p:txBody>
      </p:sp>
      <p:pic>
        <p:nvPicPr>
          <p:cNvPr id="7" name="Picture 6" descr="The FLOW DIGRAM OF the Project&#10;">
            <a:extLst>
              <a:ext uri="{FF2B5EF4-FFF2-40B4-BE49-F238E27FC236}">
                <a16:creationId xmlns:a16="http://schemas.microsoft.com/office/drawing/2014/main" id="{BB555C9D-7B14-360B-8792-A9F86EA72DF6}"/>
              </a:ext>
            </a:extLst>
          </p:cNvPr>
          <p:cNvPicPr/>
          <p:nvPr/>
        </p:nvPicPr>
        <p:blipFill>
          <a:blip r:embed="rId2"/>
          <a:srcRect/>
          <a:stretch>
            <a:fillRect/>
          </a:stretch>
        </p:blipFill>
        <p:spPr bwMode="auto">
          <a:xfrm>
            <a:off x="6351638" y="1398726"/>
            <a:ext cx="5535561" cy="4805429"/>
          </a:xfrm>
          <a:prstGeom prst="rect">
            <a:avLst/>
          </a:prstGeom>
          <a:noFill/>
          <a:ln w="9525">
            <a:noFill/>
            <a:miter lim="800000"/>
            <a:headEnd/>
            <a:tailEnd/>
          </a:ln>
        </p:spPr>
      </p:pic>
      <p:pic>
        <p:nvPicPr>
          <p:cNvPr id="8" name="Picture 7" descr="use case diagram">
            <a:extLst>
              <a:ext uri="{FF2B5EF4-FFF2-40B4-BE49-F238E27FC236}">
                <a16:creationId xmlns:a16="http://schemas.microsoft.com/office/drawing/2014/main" id="{4BED463F-91BB-1172-2E77-6B05B79B8077}"/>
              </a:ext>
            </a:extLst>
          </p:cNvPr>
          <p:cNvPicPr>
            <a:picLocks noChangeAspect="1"/>
          </p:cNvPicPr>
          <p:nvPr/>
        </p:nvPicPr>
        <p:blipFill>
          <a:blip r:embed="rId3"/>
          <a:stretch>
            <a:fillRect/>
          </a:stretch>
        </p:blipFill>
        <p:spPr>
          <a:xfrm>
            <a:off x="609600" y="1096122"/>
            <a:ext cx="5397910" cy="5579935"/>
          </a:xfrm>
          <a:prstGeom prst="rect">
            <a:avLst/>
          </a:prstGeom>
        </p:spPr>
      </p:pic>
      <p:sp>
        <p:nvSpPr>
          <p:cNvPr id="2" name="TextBox 1">
            <a:extLst>
              <a:ext uri="{FF2B5EF4-FFF2-40B4-BE49-F238E27FC236}">
                <a16:creationId xmlns:a16="http://schemas.microsoft.com/office/drawing/2014/main" id="{B7AC413B-B2FD-3991-157C-09A259DEFAA4}"/>
              </a:ext>
            </a:extLst>
          </p:cNvPr>
          <p:cNvSpPr txBox="1"/>
          <p:nvPr/>
        </p:nvSpPr>
        <p:spPr>
          <a:xfrm>
            <a:off x="5131837" y="6306725"/>
            <a:ext cx="2855168" cy="369332"/>
          </a:xfrm>
          <a:prstGeom prst="rect">
            <a:avLst/>
          </a:prstGeom>
          <a:noFill/>
        </p:spPr>
        <p:txBody>
          <a:bodyPr wrap="square" rtlCol="0">
            <a:spAutoFit/>
          </a:bodyPr>
          <a:lstStyle/>
          <a:p>
            <a:r>
              <a:rPr lang="en-US" dirty="0">
                <a:hlinkClick r:id="rId4"/>
              </a:rPr>
              <a:t>BASE REASEARCH PAPER</a:t>
            </a:r>
            <a:endParaRPr lang="en-IN" dirty="0"/>
          </a:p>
        </p:txBody>
      </p:sp>
      <p:sp>
        <p:nvSpPr>
          <p:cNvPr id="9" name="TextBox 8">
            <a:extLst>
              <a:ext uri="{FF2B5EF4-FFF2-40B4-BE49-F238E27FC236}">
                <a16:creationId xmlns:a16="http://schemas.microsoft.com/office/drawing/2014/main" id="{B41DCDA3-1867-12FF-033F-BB1E054FFBFF}"/>
              </a:ext>
            </a:extLst>
          </p:cNvPr>
          <p:cNvSpPr txBox="1"/>
          <p:nvPr/>
        </p:nvSpPr>
        <p:spPr>
          <a:xfrm>
            <a:off x="7668944" y="6306725"/>
            <a:ext cx="3079922" cy="369332"/>
          </a:xfrm>
          <a:prstGeom prst="rect">
            <a:avLst/>
          </a:prstGeom>
          <a:noFill/>
        </p:spPr>
        <p:txBody>
          <a:bodyPr wrap="square" rtlCol="0" anchor="ctr">
            <a:spAutoFit/>
          </a:bodyPr>
          <a:lstStyle/>
          <a:p>
            <a:r>
              <a:rPr lang="en-US" sz="1800" b="0" dirty="0">
                <a:hlinkClick r:id="rId5"/>
              </a:rPr>
              <a:t>Helmet_Detection_OCR_ANPR</a:t>
            </a:r>
            <a:endParaRPr lang="ko-KR" altLang="en-US" b="1" dirty="0">
              <a:solidFill>
                <a:srgbClr val="262626"/>
              </a:solidFill>
              <a:cs typeface="Arial" pitchFamily="34" charset="0"/>
            </a:endParaRPr>
          </a:p>
        </p:txBody>
      </p:sp>
      <p:sp>
        <p:nvSpPr>
          <p:cNvPr id="10" name="TextBox 9">
            <a:extLst>
              <a:ext uri="{FF2B5EF4-FFF2-40B4-BE49-F238E27FC236}">
                <a16:creationId xmlns:a16="http://schemas.microsoft.com/office/drawing/2014/main" id="{FCD72B32-68D7-7046-6B7F-F609AA891CC9}"/>
              </a:ext>
            </a:extLst>
          </p:cNvPr>
          <p:cNvSpPr txBox="1"/>
          <p:nvPr/>
        </p:nvSpPr>
        <p:spPr>
          <a:xfrm>
            <a:off x="5272028" y="5937393"/>
            <a:ext cx="1996519" cy="369332"/>
          </a:xfrm>
          <a:prstGeom prst="rect">
            <a:avLst/>
          </a:prstGeom>
          <a:noFill/>
        </p:spPr>
        <p:txBody>
          <a:bodyPr wrap="square" rtlCol="0">
            <a:spAutoFit/>
          </a:bodyPr>
          <a:lstStyle/>
          <a:p>
            <a:r>
              <a:rPr lang="en-US" dirty="0">
                <a:hlinkClick r:id="rId6"/>
              </a:rPr>
              <a:t>Project GitHub Link</a:t>
            </a:r>
            <a:endParaRPr lang="en-IN" dirty="0"/>
          </a:p>
        </p:txBody>
      </p:sp>
    </p:spTree>
    <p:extLst>
      <p:ext uri="{BB962C8B-B14F-4D97-AF65-F5344CB8AC3E}">
        <p14:creationId xmlns:p14="http://schemas.microsoft.com/office/powerpoint/2010/main" val="1252630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2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circle(in)">
                                      <p:cBhvr>
                                        <p:cTn id="12"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4B0FF5B-5857-4DD2-8316-525F7AB76D4C}"/>
              </a:ext>
            </a:extLst>
          </p:cNvPr>
          <p:cNvGrpSpPr/>
          <p:nvPr/>
        </p:nvGrpSpPr>
        <p:grpSpPr>
          <a:xfrm rot="10800000">
            <a:off x="0" y="124516"/>
            <a:ext cx="3596640" cy="576521"/>
            <a:chOff x="5170925" y="2573079"/>
            <a:chExt cx="7020926" cy="1711842"/>
          </a:xfrm>
        </p:grpSpPr>
        <p:sp>
          <p:nvSpPr>
            <p:cNvPr id="3" name="Rectangle 2">
              <a:extLst>
                <a:ext uri="{FF2B5EF4-FFF2-40B4-BE49-F238E27FC236}">
                  <a16:creationId xmlns:a16="http://schemas.microsoft.com/office/drawing/2014/main" id="{2FD24A37-A04F-4CF8-80D7-1D65CB9073FD}"/>
                </a:ext>
              </a:extLst>
            </p:cNvPr>
            <p:cNvSpPr/>
            <p:nvPr/>
          </p:nvSpPr>
          <p:spPr>
            <a:xfrm>
              <a:off x="5208124" y="2573079"/>
              <a:ext cx="6983727" cy="1711842"/>
            </a:xfrm>
            <a:prstGeom prst="rect">
              <a:avLst/>
            </a:prstGeom>
            <a:solidFill>
              <a:srgbClr val="25BD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Rectangle 3">
              <a:extLst>
                <a:ext uri="{FF2B5EF4-FFF2-40B4-BE49-F238E27FC236}">
                  <a16:creationId xmlns:a16="http://schemas.microsoft.com/office/drawing/2014/main" id="{AE50E034-FB76-415F-B18C-807D285EA85C}"/>
                </a:ext>
              </a:extLst>
            </p:cNvPr>
            <p:cNvSpPr/>
            <p:nvPr/>
          </p:nvSpPr>
          <p:spPr>
            <a:xfrm>
              <a:off x="5170925" y="2573079"/>
              <a:ext cx="168407" cy="1711842"/>
            </a:xfrm>
            <a:prstGeom prst="rect">
              <a:avLst/>
            </a:prstGeom>
            <a:solidFill>
              <a:srgbClr val="F6AF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5" name="TextBox 4"/>
          <p:cNvSpPr txBox="1"/>
          <p:nvPr/>
        </p:nvSpPr>
        <p:spPr>
          <a:xfrm>
            <a:off x="352129" y="181943"/>
            <a:ext cx="2997021" cy="461665"/>
          </a:xfrm>
          <a:prstGeom prst="rect">
            <a:avLst/>
          </a:prstGeom>
          <a:noFill/>
        </p:spPr>
        <p:txBody>
          <a:bodyPr wrap="square" rtlCol="0">
            <a:spAutoFit/>
          </a:bodyPr>
          <a:lstStyle/>
          <a:p>
            <a:pPr algn="ctr"/>
            <a:r>
              <a:rPr lang="en-IN" sz="2400" b="1" dirty="0">
                <a:solidFill>
                  <a:schemeClr val="bg1"/>
                </a:solidFill>
                <a:latin typeface="Cambria" panose="02040503050406030204" pitchFamily="18" charset="0"/>
                <a:ea typeface="Cambria" panose="02040503050406030204" pitchFamily="18" charset="0"/>
              </a:rPr>
              <a:t>ER Diagram</a:t>
            </a:r>
          </a:p>
        </p:txBody>
      </p:sp>
      <p:pic>
        <p:nvPicPr>
          <p:cNvPr id="6" name="Picture 5" descr="ER diagram">
            <a:extLst>
              <a:ext uri="{FF2B5EF4-FFF2-40B4-BE49-F238E27FC236}">
                <a16:creationId xmlns:a16="http://schemas.microsoft.com/office/drawing/2014/main" id="{0528F1BC-27D9-B283-162A-C296986D2C45}"/>
              </a:ext>
            </a:extLst>
          </p:cNvPr>
          <p:cNvPicPr>
            <a:picLocks noChangeAspect="1"/>
          </p:cNvPicPr>
          <p:nvPr/>
        </p:nvPicPr>
        <p:blipFill>
          <a:blip r:embed="rId2"/>
          <a:stretch>
            <a:fillRect/>
          </a:stretch>
        </p:blipFill>
        <p:spPr>
          <a:xfrm>
            <a:off x="89074" y="853871"/>
            <a:ext cx="6006926" cy="5276341"/>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39229474-C8C8-E66E-2B79-D76174C16ABF}"/>
              </a:ext>
            </a:extLst>
          </p:cNvPr>
          <p:cNvSpPr txBox="1"/>
          <p:nvPr/>
        </p:nvSpPr>
        <p:spPr>
          <a:xfrm>
            <a:off x="655201" y="6364152"/>
            <a:ext cx="2855168" cy="369332"/>
          </a:xfrm>
          <a:prstGeom prst="rect">
            <a:avLst/>
          </a:prstGeom>
          <a:noFill/>
        </p:spPr>
        <p:txBody>
          <a:bodyPr wrap="square" rtlCol="0">
            <a:spAutoFit/>
          </a:bodyPr>
          <a:lstStyle/>
          <a:p>
            <a:r>
              <a:rPr lang="en-US" dirty="0">
                <a:hlinkClick r:id="rId3"/>
              </a:rPr>
              <a:t>BASE REASEARCH PAPER</a:t>
            </a:r>
            <a:endParaRPr lang="en-IN" dirty="0"/>
          </a:p>
        </p:txBody>
      </p:sp>
      <p:sp>
        <p:nvSpPr>
          <p:cNvPr id="8" name="TextBox 7">
            <a:extLst>
              <a:ext uri="{FF2B5EF4-FFF2-40B4-BE49-F238E27FC236}">
                <a16:creationId xmlns:a16="http://schemas.microsoft.com/office/drawing/2014/main" id="{A035B285-5779-CC2F-F91F-A72FA7AA2084}"/>
              </a:ext>
            </a:extLst>
          </p:cNvPr>
          <p:cNvSpPr txBox="1"/>
          <p:nvPr/>
        </p:nvSpPr>
        <p:spPr>
          <a:xfrm>
            <a:off x="3349150" y="6364152"/>
            <a:ext cx="3079922" cy="369332"/>
          </a:xfrm>
          <a:prstGeom prst="rect">
            <a:avLst/>
          </a:prstGeom>
          <a:noFill/>
        </p:spPr>
        <p:txBody>
          <a:bodyPr wrap="square" rtlCol="0" anchor="ctr">
            <a:spAutoFit/>
          </a:bodyPr>
          <a:lstStyle/>
          <a:p>
            <a:r>
              <a:rPr lang="en-US" sz="1800" b="0" dirty="0">
                <a:hlinkClick r:id="rId4"/>
              </a:rPr>
              <a:t>Helmet_Detection_OCR_ANPR</a:t>
            </a:r>
            <a:endParaRPr lang="ko-KR" altLang="en-US" b="1" dirty="0">
              <a:solidFill>
                <a:srgbClr val="262626"/>
              </a:solidFill>
              <a:cs typeface="Arial" pitchFamily="34" charset="0"/>
            </a:endParaRPr>
          </a:p>
        </p:txBody>
      </p:sp>
      <p:sp>
        <p:nvSpPr>
          <p:cNvPr id="9" name="TextBox 8">
            <a:extLst>
              <a:ext uri="{FF2B5EF4-FFF2-40B4-BE49-F238E27FC236}">
                <a16:creationId xmlns:a16="http://schemas.microsoft.com/office/drawing/2014/main" id="{5083F0CF-D9CB-9175-BFE1-457191B204F9}"/>
              </a:ext>
            </a:extLst>
          </p:cNvPr>
          <p:cNvSpPr txBox="1"/>
          <p:nvPr/>
        </p:nvSpPr>
        <p:spPr>
          <a:xfrm>
            <a:off x="6685114" y="6291551"/>
            <a:ext cx="1996519" cy="369332"/>
          </a:xfrm>
          <a:prstGeom prst="rect">
            <a:avLst/>
          </a:prstGeom>
          <a:noFill/>
        </p:spPr>
        <p:txBody>
          <a:bodyPr wrap="square" rtlCol="0">
            <a:spAutoFit/>
          </a:bodyPr>
          <a:lstStyle/>
          <a:p>
            <a:r>
              <a:rPr lang="en-US" dirty="0">
                <a:hlinkClick r:id="rId5"/>
              </a:rPr>
              <a:t>Project GitHub Link</a:t>
            </a:r>
            <a:endParaRPr lang="en-IN" dirty="0"/>
          </a:p>
        </p:txBody>
      </p:sp>
      <p:pic>
        <p:nvPicPr>
          <p:cNvPr id="11" name="Picture 10">
            <a:extLst>
              <a:ext uri="{FF2B5EF4-FFF2-40B4-BE49-F238E27FC236}">
                <a16:creationId xmlns:a16="http://schemas.microsoft.com/office/drawing/2014/main" id="{21DF3220-5FA5-500E-068F-151ACB526370}"/>
              </a:ext>
            </a:extLst>
          </p:cNvPr>
          <p:cNvPicPr>
            <a:picLocks noChangeAspect="1"/>
          </p:cNvPicPr>
          <p:nvPr/>
        </p:nvPicPr>
        <p:blipFill>
          <a:blip r:embed="rId6"/>
          <a:stretch>
            <a:fillRect/>
          </a:stretch>
        </p:blipFill>
        <p:spPr>
          <a:xfrm>
            <a:off x="6366431" y="701037"/>
            <a:ext cx="5650414" cy="477603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641213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arn(inVertical)">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4B0FF5B-5857-4DD2-8316-525F7AB76D4C}"/>
              </a:ext>
            </a:extLst>
          </p:cNvPr>
          <p:cNvGrpSpPr/>
          <p:nvPr/>
        </p:nvGrpSpPr>
        <p:grpSpPr>
          <a:xfrm rot="10800000">
            <a:off x="0" y="124516"/>
            <a:ext cx="3596640" cy="576521"/>
            <a:chOff x="5170925" y="2573079"/>
            <a:chExt cx="7020926" cy="1711842"/>
          </a:xfrm>
        </p:grpSpPr>
        <p:sp>
          <p:nvSpPr>
            <p:cNvPr id="4" name="Rectangle 3">
              <a:extLst>
                <a:ext uri="{FF2B5EF4-FFF2-40B4-BE49-F238E27FC236}">
                  <a16:creationId xmlns:a16="http://schemas.microsoft.com/office/drawing/2014/main" id="{2FD24A37-A04F-4CF8-80D7-1D65CB9073FD}"/>
                </a:ext>
              </a:extLst>
            </p:cNvPr>
            <p:cNvSpPr/>
            <p:nvPr/>
          </p:nvSpPr>
          <p:spPr>
            <a:xfrm>
              <a:off x="5208124" y="2573079"/>
              <a:ext cx="6983727" cy="1711842"/>
            </a:xfrm>
            <a:prstGeom prst="rect">
              <a:avLst/>
            </a:prstGeom>
            <a:solidFill>
              <a:srgbClr val="25BD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Rectangle 4">
              <a:extLst>
                <a:ext uri="{FF2B5EF4-FFF2-40B4-BE49-F238E27FC236}">
                  <a16:creationId xmlns:a16="http://schemas.microsoft.com/office/drawing/2014/main" id="{AE50E034-FB76-415F-B18C-807D285EA85C}"/>
                </a:ext>
              </a:extLst>
            </p:cNvPr>
            <p:cNvSpPr/>
            <p:nvPr/>
          </p:nvSpPr>
          <p:spPr>
            <a:xfrm>
              <a:off x="5170925" y="2573079"/>
              <a:ext cx="168407" cy="1711842"/>
            </a:xfrm>
            <a:prstGeom prst="rect">
              <a:avLst/>
            </a:prstGeom>
            <a:solidFill>
              <a:srgbClr val="F6AF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6" name="TextBox 5"/>
          <p:cNvSpPr txBox="1"/>
          <p:nvPr/>
        </p:nvSpPr>
        <p:spPr>
          <a:xfrm>
            <a:off x="308993" y="181943"/>
            <a:ext cx="3244511" cy="461665"/>
          </a:xfrm>
          <a:prstGeom prst="rect">
            <a:avLst/>
          </a:prstGeom>
          <a:noFill/>
        </p:spPr>
        <p:txBody>
          <a:bodyPr wrap="square" rtlCol="0">
            <a:spAutoFit/>
          </a:bodyPr>
          <a:lstStyle/>
          <a:p>
            <a:r>
              <a:rPr lang="en-IN" sz="2400" b="1" dirty="0">
                <a:solidFill>
                  <a:schemeClr val="bg1"/>
                </a:solidFill>
                <a:latin typeface="Cambria" panose="02040503050406030204" pitchFamily="18" charset="0"/>
                <a:ea typeface="Cambria" panose="02040503050406030204" pitchFamily="18" charset="0"/>
              </a:rPr>
              <a:t>Level-0 DFD Diagram</a:t>
            </a:r>
          </a:p>
        </p:txBody>
      </p:sp>
      <p:pic>
        <p:nvPicPr>
          <p:cNvPr id="7" name="Picture 6" descr="DFD 0">
            <a:extLst>
              <a:ext uri="{FF2B5EF4-FFF2-40B4-BE49-F238E27FC236}">
                <a16:creationId xmlns:a16="http://schemas.microsoft.com/office/drawing/2014/main" id="{A6523B62-CFCF-BE3A-6A93-C29ADE5AAA7F}"/>
              </a:ext>
            </a:extLst>
          </p:cNvPr>
          <p:cNvPicPr>
            <a:picLocks noChangeAspect="1"/>
          </p:cNvPicPr>
          <p:nvPr/>
        </p:nvPicPr>
        <p:blipFill>
          <a:blip r:embed="rId2"/>
          <a:stretch>
            <a:fillRect/>
          </a:stretch>
        </p:blipFill>
        <p:spPr>
          <a:xfrm>
            <a:off x="575187" y="2775637"/>
            <a:ext cx="5619135" cy="1471898"/>
          </a:xfrm>
          <a:prstGeom prst="rect">
            <a:avLst/>
          </a:prstGeom>
        </p:spPr>
      </p:pic>
      <p:pic>
        <p:nvPicPr>
          <p:cNvPr id="4104" name="Picture 8" descr="PlantUML diagram">
            <a:extLst>
              <a:ext uri="{FF2B5EF4-FFF2-40B4-BE49-F238E27FC236}">
                <a16:creationId xmlns:a16="http://schemas.microsoft.com/office/drawing/2014/main" id="{EBC27C1E-811B-9DDA-6712-80E1A922EE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5159" y="181942"/>
            <a:ext cx="4685996" cy="556345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C4F7F96-6DC1-AA41-71B2-95FD731D10CB}"/>
              </a:ext>
            </a:extLst>
          </p:cNvPr>
          <p:cNvSpPr txBox="1"/>
          <p:nvPr/>
        </p:nvSpPr>
        <p:spPr>
          <a:xfrm>
            <a:off x="308993" y="6306725"/>
            <a:ext cx="2855168" cy="369332"/>
          </a:xfrm>
          <a:prstGeom prst="rect">
            <a:avLst/>
          </a:prstGeom>
          <a:noFill/>
        </p:spPr>
        <p:txBody>
          <a:bodyPr wrap="square" rtlCol="0">
            <a:spAutoFit/>
          </a:bodyPr>
          <a:lstStyle/>
          <a:p>
            <a:r>
              <a:rPr lang="en-US" dirty="0">
                <a:hlinkClick r:id="rId4"/>
              </a:rPr>
              <a:t>BASE REASEARCH PAPER</a:t>
            </a:r>
            <a:endParaRPr lang="en-IN" dirty="0"/>
          </a:p>
        </p:txBody>
      </p:sp>
      <p:sp>
        <p:nvSpPr>
          <p:cNvPr id="8" name="TextBox 7">
            <a:extLst>
              <a:ext uri="{FF2B5EF4-FFF2-40B4-BE49-F238E27FC236}">
                <a16:creationId xmlns:a16="http://schemas.microsoft.com/office/drawing/2014/main" id="{68831495-5ABF-3E1F-7D8E-746B7F23F346}"/>
              </a:ext>
            </a:extLst>
          </p:cNvPr>
          <p:cNvSpPr txBox="1"/>
          <p:nvPr/>
        </p:nvSpPr>
        <p:spPr>
          <a:xfrm>
            <a:off x="2901000" y="6294678"/>
            <a:ext cx="3079922" cy="369332"/>
          </a:xfrm>
          <a:prstGeom prst="rect">
            <a:avLst/>
          </a:prstGeom>
          <a:noFill/>
        </p:spPr>
        <p:txBody>
          <a:bodyPr wrap="square" rtlCol="0" anchor="ctr">
            <a:spAutoFit/>
          </a:bodyPr>
          <a:lstStyle/>
          <a:p>
            <a:r>
              <a:rPr lang="en-US" sz="1800" b="0" dirty="0">
                <a:hlinkClick r:id="rId5"/>
              </a:rPr>
              <a:t>Helmet_Detection_OCR_ANPR</a:t>
            </a:r>
            <a:endParaRPr lang="ko-KR" altLang="en-US" b="1" dirty="0">
              <a:solidFill>
                <a:srgbClr val="262626"/>
              </a:solidFill>
              <a:cs typeface="Arial" pitchFamily="34" charset="0"/>
            </a:endParaRPr>
          </a:p>
        </p:txBody>
      </p:sp>
      <p:sp>
        <p:nvSpPr>
          <p:cNvPr id="9" name="TextBox 8">
            <a:extLst>
              <a:ext uri="{FF2B5EF4-FFF2-40B4-BE49-F238E27FC236}">
                <a16:creationId xmlns:a16="http://schemas.microsoft.com/office/drawing/2014/main" id="{B8A4A022-B10E-35F8-CF12-B1051D29BCA3}"/>
              </a:ext>
            </a:extLst>
          </p:cNvPr>
          <p:cNvSpPr txBox="1"/>
          <p:nvPr/>
        </p:nvSpPr>
        <p:spPr>
          <a:xfrm>
            <a:off x="5903986" y="6282631"/>
            <a:ext cx="1996519" cy="369332"/>
          </a:xfrm>
          <a:prstGeom prst="rect">
            <a:avLst/>
          </a:prstGeom>
          <a:noFill/>
        </p:spPr>
        <p:txBody>
          <a:bodyPr wrap="square" rtlCol="0">
            <a:spAutoFit/>
          </a:bodyPr>
          <a:lstStyle/>
          <a:p>
            <a:r>
              <a:rPr lang="en-US" dirty="0">
                <a:hlinkClick r:id="rId6"/>
              </a:rPr>
              <a:t>Project GitHub Link</a:t>
            </a:r>
            <a:endParaRPr lang="en-IN" dirty="0"/>
          </a:p>
        </p:txBody>
      </p:sp>
    </p:spTree>
    <p:extLst>
      <p:ext uri="{BB962C8B-B14F-4D97-AF65-F5344CB8AC3E}">
        <p14:creationId xmlns:p14="http://schemas.microsoft.com/office/powerpoint/2010/main" val="2372904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104"/>
                                        </p:tgtEl>
                                        <p:attrNameLst>
                                          <p:attrName>style.visibility</p:attrName>
                                        </p:attrNameLst>
                                      </p:cBhvr>
                                      <p:to>
                                        <p:strVal val="visible"/>
                                      </p:to>
                                    </p:set>
                                    <p:anim calcmode="lin" valueType="num">
                                      <p:cBhvr additive="base">
                                        <p:cTn id="7" dur="500" fill="hold"/>
                                        <p:tgtEl>
                                          <p:spTgt spid="4104"/>
                                        </p:tgtEl>
                                        <p:attrNameLst>
                                          <p:attrName>ppt_x</p:attrName>
                                        </p:attrNameLst>
                                      </p:cBhvr>
                                      <p:tavLst>
                                        <p:tav tm="0">
                                          <p:val>
                                            <p:strVal val="#ppt_x"/>
                                          </p:val>
                                        </p:tav>
                                        <p:tav tm="100000">
                                          <p:val>
                                            <p:strVal val="#ppt_x"/>
                                          </p:val>
                                        </p:tav>
                                      </p:tavLst>
                                    </p:anim>
                                    <p:anim calcmode="lin" valueType="num">
                                      <p:cBhvr additive="base">
                                        <p:cTn id="8" dur="500" fill="hold"/>
                                        <p:tgtEl>
                                          <p:spTgt spid="410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4B0FF5B-5857-4DD2-8316-525F7AB76D4C}"/>
              </a:ext>
            </a:extLst>
          </p:cNvPr>
          <p:cNvGrpSpPr/>
          <p:nvPr/>
        </p:nvGrpSpPr>
        <p:grpSpPr>
          <a:xfrm rot="10800000">
            <a:off x="0" y="124516"/>
            <a:ext cx="3596640" cy="576521"/>
            <a:chOff x="5170925" y="2573079"/>
            <a:chExt cx="7020926" cy="1711842"/>
          </a:xfrm>
        </p:grpSpPr>
        <p:sp>
          <p:nvSpPr>
            <p:cNvPr id="4" name="Rectangle 3">
              <a:extLst>
                <a:ext uri="{FF2B5EF4-FFF2-40B4-BE49-F238E27FC236}">
                  <a16:creationId xmlns:a16="http://schemas.microsoft.com/office/drawing/2014/main" id="{2FD24A37-A04F-4CF8-80D7-1D65CB9073FD}"/>
                </a:ext>
              </a:extLst>
            </p:cNvPr>
            <p:cNvSpPr/>
            <p:nvPr/>
          </p:nvSpPr>
          <p:spPr>
            <a:xfrm>
              <a:off x="5208124" y="2573079"/>
              <a:ext cx="6983727" cy="1711842"/>
            </a:xfrm>
            <a:prstGeom prst="rect">
              <a:avLst/>
            </a:prstGeom>
            <a:solidFill>
              <a:srgbClr val="25BD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Rectangle 4">
              <a:extLst>
                <a:ext uri="{FF2B5EF4-FFF2-40B4-BE49-F238E27FC236}">
                  <a16:creationId xmlns:a16="http://schemas.microsoft.com/office/drawing/2014/main" id="{AE50E034-FB76-415F-B18C-807D285EA85C}"/>
                </a:ext>
              </a:extLst>
            </p:cNvPr>
            <p:cNvSpPr/>
            <p:nvPr/>
          </p:nvSpPr>
          <p:spPr>
            <a:xfrm>
              <a:off x="5170925" y="2573079"/>
              <a:ext cx="168407" cy="1711842"/>
            </a:xfrm>
            <a:prstGeom prst="rect">
              <a:avLst/>
            </a:prstGeom>
            <a:solidFill>
              <a:srgbClr val="F6AF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6" name="TextBox 5"/>
          <p:cNvSpPr txBox="1"/>
          <p:nvPr/>
        </p:nvSpPr>
        <p:spPr>
          <a:xfrm>
            <a:off x="308993" y="181943"/>
            <a:ext cx="3244511" cy="461665"/>
          </a:xfrm>
          <a:prstGeom prst="rect">
            <a:avLst/>
          </a:prstGeom>
          <a:noFill/>
        </p:spPr>
        <p:txBody>
          <a:bodyPr wrap="square" rtlCol="0">
            <a:spAutoFit/>
          </a:bodyPr>
          <a:lstStyle/>
          <a:p>
            <a:r>
              <a:rPr lang="en-IN" sz="2400" b="1" dirty="0">
                <a:solidFill>
                  <a:schemeClr val="bg1"/>
                </a:solidFill>
                <a:latin typeface="Cambria" panose="02040503050406030204" pitchFamily="18" charset="0"/>
                <a:ea typeface="Cambria" panose="02040503050406030204" pitchFamily="18" charset="0"/>
              </a:rPr>
              <a:t>Level-1 DFD Diagram</a:t>
            </a:r>
          </a:p>
        </p:txBody>
      </p:sp>
      <p:pic>
        <p:nvPicPr>
          <p:cNvPr id="7" name="Picture 6" descr="dfd1 (2)">
            <a:extLst>
              <a:ext uri="{FF2B5EF4-FFF2-40B4-BE49-F238E27FC236}">
                <a16:creationId xmlns:a16="http://schemas.microsoft.com/office/drawing/2014/main" id="{43DF0FEF-9408-724B-A179-E5C7495B7D05}"/>
              </a:ext>
            </a:extLst>
          </p:cNvPr>
          <p:cNvPicPr>
            <a:picLocks noChangeAspect="1"/>
          </p:cNvPicPr>
          <p:nvPr/>
        </p:nvPicPr>
        <p:blipFill>
          <a:blip r:embed="rId2"/>
          <a:stretch>
            <a:fillRect/>
          </a:stretch>
        </p:blipFill>
        <p:spPr>
          <a:xfrm>
            <a:off x="176981" y="1366684"/>
            <a:ext cx="7287509" cy="4520932"/>
          </a:xfrm>
          <a:prstGeom prst="rect">
            <a:avLst/>
          </a:prstGeom>
        </p:spPr>
      </p:pic>
      <p:pic>
        <p:nvPicPr>
          <p:cNvPr id="5122" name="Picture 2" descr="PlantUML diagram">
            <a:extLst>
              <a:ext uri="{FF2B5EF4-FFF2-40B4-BE49-F238E27FC236}">
                <a16:creationId xmlns:a16="http://schemas.microsoft.com/office/drawing/2014/main" id="{253A1965-4F01-BA88-4094-36B08C634F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2259" y="352425"/>
            <a:ext cx="3752850" cy="615315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5906CDC-6A24-3DBB-CCF1-080DF45E6665}"/>
              </a:ext>
            </a:extLst>
          </p:cNvPr>
          <p:cNvSpPr txBox="1"/>
          <p:nvPr/>
        </p:nvSpPr>
        <p:spPr>
          <a:xfrm>
            <a:off x="176981" y="6364153"/>
            <a:ext cx="2855168" cy="369332"/>
          </a:xfrm>
          <a:prstGeom prst="rect">
            <a:avLst/>
          </a:prstGeom>
          <a:noFill/>
        </p:spPr>
        <p:txBody>
          <a:bodyPr wrap="square" rtlCol="0">
            <a:spAutoFit/>
          </a:bodyPr>
          <a:lstStyle/>
          <a:p>
            <a:r>
              <a:rPr lang="en-US" dirty="0">
                <a:hlinkClick r:id="rId4"/>
              </a:rPr>
              <a:t>BASE REASEARCH PAPER</a:t>
            </a:r>
            <a:endParaRPr lang="en-IN" dirty="0"/>
          </a:p>
        </p:txBody>
      </p:sp>
      <p:sp>
        <p:nvSpPr>
          <p:cNvPr id="8" name="TextBox 7">
            <a:extLst>
              <a:ext uri="{FF2B5EF4-FFF2-40B4-BE49-F238E27FC236}">
                <a16:creationId xmlns:a16="http://schemas.microsoft.com/office/drawing/2014/main" id="{9DD8F929-B85A-A3E7-4095-8357F636CE0A}"/>
              </a:ext>
            </a:extLst>
          </p:cNvPr>
          <p:cNvSpPr txBox="1"/>
          <p:nvPr/>
        </p:nvSpPr>
        <p:spPr>
          <a:xfrm>
            <a:off x="2677066" y="6364152"/>
            <a:ext cx="3079922" cy="369332"/>
          </a:xfrm>
          <a:prstGeom prst="rect">
            <a:avLst/>
          </a:prstGeom>
          <a:noFill/>
        </p:spPr>
        <p:txBody>
          <a:bodyPr wrap="square" rtlCol="0" anchor="ctr">
            <a:spAutoFit/>
          </a:bodyPr>
          <a:lstStyle/>
          <a:p>
            <a:r>
              <a:rPr lang="en-US" sz="1800" b="0" dirty="0">
                <a:hlinkClick r:id="rId5"/>
              </a:rPr>
              <a:t>Helmet_Detection_OCR_ANPR</a:t>
            </a:r>
            <a:endParaRPr lang="ko-KR" altLang="en-US" b="1" dirty="0">
              <a:solidFill>
                <a:srgbClr val="262626"/>
              </a:solidFill>
              <a:cs typeface="Arial" pitchFamily="34" charset="0"/>
            </a:endParaRPr>
          </a:p>
        </p:txBody>
      </p:sp>
      <p:sp>
        <p:nvSpPr>
          <p:cNvPr id="9" name="TextBox 8">
            <a:extLst>
              <a:ext uri="{FF2B5EF4-FFF2-40B4-BE49-F238E27FC236}">
                <a16:creationId xmlns:a16="http://schemas.microsoft.com/office/drawing/2014/main" id="{EE5BF695-2CAA-F346-BB34-FA1BC07DF8AC}"/>
              </a:ext>
            </a:extLst>
          </p:cNvPr>
          <p:cNvSpPr txBox="1"/>
          <p:nvPr/>
        </p:nvSpPr>
        <p:spPr>
          <a:xfrm>
            <a:off x="5596729" y="6364151"/>
            <a:ext cx="1996519" cy="369332"/>
          </a:xfrm>
          <a:prstGeom prst="rect">
            <a:avLst/>
          </a:prstGeom>
          <a:noFill/>
        </p:spPr>
        <p:txBody>
          <a:bodyPr wrap="square" rtlCol="0">
            <a:spAutoFit/>
          </a:bodyPr>
          <a:lstStyle/>
          <a:p>
            <a:r>
              <a:rPr lang="en-US" dirty="0">
                <a:hlinkClick r:id="rId6"/>
              </a:rPr>
              <a:t>Project GitHub Link</a:t>
            </a:r>
            <a:endParaRPr lang="en-IN" dirty="0"/>
          </a:p>
        </p:txBody>
      </p:sp>
    </p:spTree>
    <p:extLst>
      <p:ext uri="{BB962C8B-B14F-4D97-AF65-F5344CB8AC3E}">
        <p14:creationId xmlns:p14="http://schemas.microsoft.com/office/powerpoint/2010/main" val="1901229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122"/>
                                        </p:tgtEl>
                                        <p:attrNameLst>
                                          <p:attrName>style.visibility</p:attrName>
                                        </p:attrNameLst>
                                      </p:cBhvr>
                                      <p:to>
                                        <p:strVal val="visible"/>
                                      </p:to>
                                    </p:set>
                                    <p:anim calcmode="lin" valueType="num">
                                      <p:cBhvr additive="base">
                                        <p:cTn id="13" dur="500" fill="hold"/>
                                        <p:tgtEl>
                                          <p:spTgt spid="5122"/>
                                        </p:tgtEl>
                                        <p:attrNameLst>
                                          <p:attrName>ppt_x</p:attrName>
                                        </p:attrNameLst>
                                      </p:cBhvr>
                                      <p:tavLst>
                                        <p:tav tm="0">
                                          <p:val>
                                            <p:strVal val="#ppt_x"/>
                                          </p:val>
                                        </p:tav>
                                        <p:tav tm="100000">
                                          <p:val>
                                            <p:strVal val="#ppt_x"/>
                                          </p:val>
                                        </p:tav>
                                      </p:tavLst>
                                    </p:anim>
                                    <p:anim calcmode="lin" valueType="num">
                                      <p:cBhvr additive="base">
                                        <p:cTn id="14" dur="500" fill="hold"/>
                                        <p:tgtEl>
                                          <p:spTgt spid="51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4B0FF5B-5857-4DD2-8316-525F7AB76D4C}"/>
              </a:ext>
            </a:extLst>
          </p:cNvPr>
          <p:cNvGrpSpPr/>
          <p:nvPr/>
        </p:nvGrpSpPr>
        <p:grpSpPr>
          <a:xfrm rot="10800000">
            <a:off x="0" y="124516"/>
            <a:ext cx="3596640" cy="576521"/>
            <a:chOff x="5170925" y="2573079"/>
            <a:chExt cx="7020926" cy="1711842"/>
          </a:xfrm>
        </p:grpSpPr>
        <p:sp>
          <p:nvSpPr>
            <p:cNvPr id="3" name="Rectangle 2">
              <a:extLst>
                <a:ext uri="{FF2B5EF4-FFF2-40B4-BE49-F238E27FC236}">
                  <a16:creationId xmlns:a16="http://schemas.microsoft.com/office/drawing/2014/main" id="{2FD24A37-A04F-4CF8-80D7-1D65CB9073FD}"/>
                </a:ext>
              </a:extLst>
            </p:cNvPr>
            <p:cNvSpPr/>
            <p:nvPr/>
          </p:nvSpPr>
          <p:spPr>
            <a:xfrm>
              <a:off x="5208124" y="2573079"/>
              <a:ext cx="6983727" cy="1711842"/>
            </a:xfrm>
            <a:prstGeom prst="rect">
              <a:avLst/>
            </a:prstGeom>
            <a:solidFill>
              <a:srgbClr val="25BD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Rectangle 3">
              <a:extLst>
                <a:ext uri="{FF2B5EF4-FFF2-40B4-BE49-F238E27FC236}">
                  <a16:creationId xmlns:a16="http://schemas.microsoft.com/office/drawing/2014/main" id="{AE50E034-FB76-415F-B18C-807D285EA85C}"/>
                </a:ext>
              </a:extLst>
            </p:cNvPr>
            <p:cNvSpPr/>
            <p:nvPr/>
          </p:nvSpPr>
          <p:spPr>
            <a:xfrm>
              <a:off x="5170925" y="2573079"/>
              <a:ext cx="168407" cy="1711842"/>
            </a:xfrm>
            <a:prstGeom prst="rect">
              <a:avLst/>
            </a:prstGeom>
            <a:solidFill>
              <a:srgbClr val="F6AF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5" name="TextBox 4"/>
          <p:cNvSpPr txBox="1"/>
          <p:nvPr/>
        </p:nvSpPr>
        <p:spPr>
          <a:xfrm>
            <a:off x="308993" y="181943"/>
            <a:ext cx="3244511" cy="461665"/>
          </a:xfrm>
          <a:prstGeom prst="rect">
            <a:avLst/>
          </a:prstGeom>
          <a:noFill/>
        </p:spPr>
        <p:txBody>
          <a:bodyPr wrap="square" rtlCol="0">
            <a:spAutoFit/>
          </a:bodyPr>
          <a:lstStyle/>
          <a:p>
            <a:r>
              <a:rPr lang="en-IN" sz="2400" b="1" dirty="0">
                <a:solidFill>
                  <a:schemeClr val="bg1"/>
                </a:solidFill>
                <a:latin typeface="Cambria" panose="02040503050406030204" pitchFamily="18" charset="0"/>
                <a:ea typeface="Cambria" panose="02040503050406030204" pitchFamily="18" charset="0"/>
              </a:rPr>
              <a:t>Level-2 DFD Diagram</a:t>
            </a:r>
          </a:p>
        </p:txBody>
      </p:sp>
      <p:pic>
        <p:nvPicPr>
          <p:cNvPr id="6146" name="Picture 2" descr="PlantUML diagram">
            <a:extLst>
              <a:ext uri="{FF2B5EF4-FFF2-40B4-BE49-F238E27FC236}">
                <a16:creationId xmlns:a16="http://schemas.microsoft.com/office/drawing/2014/main" id="{1C36E298-86FC-913C-6151-5A115B196F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46" y="1002837"/>
            <a:ext cx="5122648" cy="5488551"/>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PlantUML diagram">
            <a:extLst>
              <a:ext uri="{FF2B5EF4-FFF2-40B4-BE49-F238E27FC236}">
                <a16:creationId xmlns:a16="http://schemas.microsoft.com/office/drawing/2014/main" id="{FCC6BE3B-1DC5-B463-3C7C-1908D2BC26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0334" y="3132456"/>
            <a:ext cx="6139543" cy="3209805"/>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PlantUML diagram">
            <a:extLst>
              <a:ext uri="{FF2B5EF4-FFF2-40B4-BE49-F238E27FC236}">
                <a16:creationId xmlns:a16="http://schemas.microsoft.com/office/drawing/2014/main" id="{8D63BE9A-43B4-8710-3BAA-9F89EF3819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49756" y="340377"/>
            <a:ext cx="3179947" cy="2765844"/>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descr="PlantUML diagram">
            <a:extLst>
              <a:ext uri="{FF2B5EF4-FFF2-40B4-BE49-F238E27FC236}">
                <a16:creationId xmlns:a16="http://schemas.microsoft.com/office/drawing/2014/main" id="{0B89FC32-66B9-4A90-3C6E-C574BE2E5A4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64467" y="340377"/>
            <a:ext cx="3035190" cy="276584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259A035-2CDA-29AB-C755-6EFF4F8453C8}"/>
              </a:ext>
            </a:extLst>
          </p:cNvPr>
          <p:cNvSpPr txBox="1"/>
          <p:nvPr/>
        </p:nvSpPr>
        <p:spPr>
          <a:xfrm>
            <a:off x="655201" y="6548818"/>
            <a:ext cx="2855168" cy="369332"/>
          </a:xfrm>
          <a:prstGeom prst="rect">
            <a:avLst/>
          </a:prstGeom>
          <a:noFill/>
        </p:spPr>
        <p:txBody>
          <a:bodyPr wrap="square" rtlCol="0">
            <a:spAutoFit/>
          </a:bodyPr>
          <a:lstStyle/>
          <a:p>
            <a:r>
              <a:rPr lang="en-US" dirty="0">
                <a:hlinkClick r:id="rId6"/>
              </a:rPr>
              <a:t>BASE REASEARCH PAPER</a:t>
            </a:r>
            <a:endParaRPr lang="en-IN" dirty="0"/>
          </a:p>
        </p:txBody>
      </p:sp>
      <p:sp>
        <p:nvSpPr>
          <p:cNvPr id="7" name="TextBox 6">
            <a:extLst>
              <a:ext uri="{FF2B5EF4-FFF2-40B4-BE49-F238E27FC236}">
                <a16:creationId xmlns:a16="http://schemas.microsoft.com/office/drawing/2014/main" id="{50A36974-9AE9-457B-F1A6-8E707888DF14}"/>
              </a:ext>
            </a:extLst>
          </p:cNvPr>
          <p:cNvSpPr txBox="1"/>
          <p:nvPr/>
        </p:nvSpPr>
        <p:spPr>
          <a:xfrm>
            <a:off x="3124935" y="6517623"/>
            <a:ext cx="3079922" cy="369332"/>
          </a:xfrm>
          <a:prstGeom prst="rect">
            <a:avLst/>
          </a:prstGeom>
          <a:noFill/>
        </p:spPr>
        <p:txBody>
          <a:bodyPr wrap="square" rtlCol="0" anchor="ctr">
            <a:spAutoFit/>
          </a:bodyPr>
          <a:lstStyle/>
          <a:p>
            <a:r>
              <a:rPr lang="en-US" sz="1800" b="0" dirty="0">
                <a:hlinkClick r:id="rId7"/>
              </a:rPr>
              <a:t>Helmet_Detection_OCR_ANPR</a:t>
            </a:r>
            <a:endParaRPr lang="ko-KR" altLang="en-US" b="1" dirty="0">
              <a:solidFill>
                <a:srgbClr val="262626"/>
              </a:solidFill>
              <a:cs typeface="Arial" pitchFamily="34" charset="0"/>
            </a:endParaRPr>
          </a:p>
        </p:txBody>
      </p:sp>
      <p:sp>
        <p:nvSpPr>
          <p:cNvPr id="8" name="TextBox 7">
            <a:extLst>
              <a:ext uri="{FF2B5EF4-FFF2-40B4-BE49-F238E27FC236}">
                <a16:creationId xmlns:a16="http://schemas.microsoft.com/office/drawing/2014/main" id="{02C7497E-1FC2-CAF5-E8FA-6CC3EF54946A}"/>
              </a:ext>
            </a:extLst>
          </p:cNvPr>
          <p:cNvSpPr txBox="1"/>
          <p:nvPr/>
        </p:nvSpPr>
        <p:spPr>
          <a:xfrm>
            <a:off x="6204857" y="6488668"/>
            <a:ext cx="1996519" cy="369332"/>
          </a:xfrm>
          <a:prstGeom prst="rect">
            <a:avLst/>
          </a:prstGeom>
          <a:noFill/>
        </p:spPr>
        <p:txBody>
          <a:bodyPr wrap="square" rtlCol="0">
            <a:spAutoFit/>
          </a:bodyPr>
          <a:lstStyle/>
          <a:p>
            <a:r>
              <a:rPr lang="en-US" dirty="0">
                <a:hlinkClick r:id="rId8"/>
              </a:rPr>
              <a:t>Project GitHub Link</a:t>
            </a:r>
            <a:endParaRPr lang="en-IN" dirty="0"/>
          </a:p>
        </p:txBody>
      </p:sp>
    </p:spTree>
    <p:extLst>
      <p:ext uri="{BB962C8B-B14F-4D97-AF65-F5344CB8AC3E}">
        <p14:creationId xmlns:p14="http://schemas.microsoft.com/office/powerpoint/2010/main" val="3590068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fade">
                                      <p:cBhvr>
                                        <p:cTn id="7" dur="500"/>
                                        <p:tgtEl>
                                          <p:spTgt spid="61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150"/>
                                        </p:tgtEl>
                                        <p:attrNameLst>
                                          <p:attrName>style.visibility</p:attrName>
                                        </p:attrNameLst>
                                      </p:cBhvr>
                                      <p:to>
                                        <p:strVal val="visible"/>
                                      </p:to>
                                    </p:set>
                                    <p:animEffect transition="in" filter="fade">
                                      <p:cBhvr>
                                        <p:cTn id="12" dur="500"/>
                                        <p:tgtEl>
                                          <p:spTgt spid="615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152"/>
                                        </p:tgtEl>
                                        <p:attrNameLst>
                                          <p:attrName>style.visibility</p:attrName>
                                        </p:attrNameLst>
                                      </p:cBhvr>
                                      <p:to>
                                        <p:strVal val="visible"/>
                                      </p:to>
                                    </p:set>
                                    <p:animEffect transition="in" filter="fade">
                                      <p:cBhvr>
                                        <p:cTn id="17" dur="500"/>
                                        <p:tgtEl>
                                          <p:spTgt spid="615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148"/>
                                        </p:tgtEl>
                                        <p:attrNameLst>
                                          <p:attrName>style.visibility</p:attrName>
                                        </p:attrNameLst>
                                      </p:cBhvr>
                                      <p:to>
                                        <p:strVal val="visible"/>
                                      </p:to>
                                    </p:set>
                                    <p:animEffect transition="in" filter="fade">
                                      <p:cBhvr>
                                        <p:cTn id="22" dur="500"/>
                                        <p:tgtEl>
                                          <p:spTgt spid="6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3" name="TextBox 2"/>
          <p:cNvSpPr txBox="1"/>
          <p:nvPr/>
        </p:nvSpPr>
        <p:spPr>
          <a:xfrm>
            <a:off x="3642382" y="6334780"/>
            <a:ext cx="5332807" cy="523220"/>
          </a:xfrm>
          <a:prstGeom prst="rect">
            <a:avLst/>
          </a:prstGeom>
          <a:noFill/>
        </p:spPr>
        <p:txBody>
          <a:bodyPr vert="wordArtVert" wrap="square" rtlCol="0">
            <a:spAutoFit/>
          </a:bodyPr>
          <a:lstStyle/>
          <a:p>
            <a:pPr algn="ctr"/>
            <a:r>
              <a:rPr lang="en-US" sz="2800" b="1" dirty="0">
                <a:solidFill>
                  <a:schemeClr val="bg1"/>
                </a:solidFill>
                <a:effectLst>
                  <a:outerShdw blurRad="38100" dist="38100" dir="2700000" algn="tl">
                    <a:srgbClr val="000000">
                      <a:alpha val="43137"/>
                    </a:srgbClr>
                  </a:outerShdw>
                </a:effectLst>
                <a:latin typeface="Arial" panose="020B0604020202020204" pitchFamily="34" charset="0"/>
                <a:ea typeface="Cambria" panose="02040503050406030204" pitchFamily="18" charset="0"/>
                <a:cs typeface="Arial" panose="020B0604020202020204" pitchFamily="34" charset="0"/>
              </a:rPr>
              <a:t>Project Demo</a:t>
            </a:r>
            <a:endParaRPr lang="en-IN" sz="2800" b="1" dirty="0">
              <a:solidFill>
                <a:srgbClr val="25BDC7"/>
              </a:solidFill>
              <a:effectLst>
                <a:outerShdw blurRad="38100" dist="38100" dir="2700000" algn="tl">
                  <a:srgbClr val="000000">
                    <a:alpha val="43137"/>
                  </a:srgbClr>
                </a:outerShdw>
              </a:effectLst>
              <a:latin typeface="Arial" panose="020B0604020202020204" pitchFamily="34" charset="0"/>
              <a:ea typeface="Cambria" panose="02040503050406030204" pitchFamily="18" charset="0"/>
              <a:cs typeface="Arial" panose="020B0604020202020204" pitchFamily="34" charset="0"/>
            </a:endParaRPr>
          </a:p>
        </p:txBody>
      </p:sp>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17430" t="-307" r="4349" b="307"/>
          <a:stretch/>
        </p:blipFill>
        <p:spPr>
          <a:xfrm flipH="1">
            <a:off x="9255760" y="3454400"/>
            <a:ext cx="2590800" cy="3312160"/>
          </a:xfrm>
          <a:prstGeom prst="rect">
            <a:avLst/>
          </a:prstGeom>
        </p:spPr>
      </p:pic>
      <p:pic>
        <p:nvPicPr>
          <p:cNvPr id="5" name="Picture 4">
            <a:extLst>
              <a:ext uri="{FF2B5EF4-FFF2-40B4-BE49-F238E27FC236}">
                <a16:creationId xmlns:a16="http://schemas.microsoft.com/office/drawing/2014/main" id="{846858B4-769D-2D47-7323-5E61EC27089F}"/>
              </a:ext>
            </a:extLst>
          </p:cNvPr>
          <p:cNvPicPr>
            <a:picLocks noChangeAspect="1"/>
          </p:cNvPicPr>
          <p:nvPr/>
        </p:nvPicPr>
        <p:blipFill>
          <a:blip r:embed="rId3"/>
          <a:stretch>
            <a:fillRect/>
          </a:stretch>
        </p:blipFill>
        <p:spPr>
          <a:xfrm>
            <a:off x="145262" y="148073"/>
            <a:ext cx="5946456" cy="3017914"/>
          </a:xfrm>
          <a:prstGeom prst="rect">
            <a:avLst/>
          </a:prstGeom>
        </p:spPr>
      </p:pic>
      <p:pic>
        <p:nvPicPr>
          <p:cNvPr id="6" name="Picture 5">
            <a:extLst>
              <a:ext uri="{FF2B5EF4-FFF2-40B4-BE49-F238E27FC236}">
                <a16:creationId xmlns:a16="http://schemas.microsoft.com/office/drawing/2014/main" id="{67683B57-15BA-EC53-087E-CD4CAAA3FE6F}"/>
              </a:ext>
            </a:extLst>
          </p:cNvPr>
          <p:cNvPicPr>
            <a:picLocks noChangeAspect="1"/>
          </p:cNvPicPr>
          <p:nvPr/>
        </p:nvPicPr>
        <p:blipFill>
          <a:blip r:embed="rId4"/>
          <a:stretch>
            <a:fillRect/>
          </a:stretch>
        </p:blipFill>
        <p:spPr>
          <a:xfrm>
            <a:off x="6224926" y="148073"/>
            <a:ext cx="5460201" cy="3017914"/>
          </a:xfrm>
          <a:prstGeom prst="rect">
            <a:avLst/>
          </a:prstGeom>
        </p:spPr>
      </p:pic>
      <p:pic>
        <p:nvPicPr>
          <p:cNvPr id="8" name="Picture 7">
            <a:extLst>
              <a:ext uri="{FF2B5EF4-FFF2-40B4-BE49-F238E27FC236}">
                <a16:creationId xmlns:a16="http://schemas.microsoft.com/office/drawing/2014/main" id="{FDCF41F2-2559-30E5-4344-84A09C10D43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9919" y="3249761"/>
            <a:ext cx="7217900" cy="3085019"/>
          </a:xfrm>
          <a:prstGeom prst="rect">
            <a:avLst/>
          </a:prstGeom>
        </p:spPr>
      </p:pic>
      <p:sp>
        <p:nvSpPr>
          <p:cNvPr id="9" name="TextBox 8">
            <a:extLst>
              <a:ext uri="{FF2B5EF4-FFF2-40B4-BE49-F238E27FC236}">
                <a16:creationId xmlns:a16="http://schemas.microsoft.com/office/drawing/2014/main" id="{CA1C6BE0-F133-38AF-EFE6-41A278CFD06C}"/>
              </a:ext>
            </a:extLst>
          </p:cNvPr>
          <p:cNvSpPr txBox="1"/>
          <p:nvPr/>
        </p:nvSpPr>
        <p:spPr>
          <a:xfrm>
            <a:off x="8101781" y="4208206"/>
            <a:ext cx="1297858" cy="769441"/>
          </a:xfrm>
          <a:prstGeom prst="rect">
            <a:avLst/>
          </a:prstGeom>
          <a:noFill/>
        </p:spPr>
        <p:txBody>
          <a:bodyPr wrap="square" rtlCol="0">
            <a:spAutoFit/>
          </a:bodyPr>
          <a:lstStyle/>
          <a:p>
            <a:r>
              <a:rPr lang="en-US" sz="4400" dirty="0">
                <a:hlinkClick r:id="rId6"/>
              </a:rPr>
              <a:t>LINK</a:t>
            </a:r>
            <a:endParaRPr lang="en-IN" sz="4400" dirty="0"/>
          </a:p>
        </p:txBody>
      </p:sp>
      <p:sp>
        <p:nvSpPr>
          <p:cNvPr id="4" name="TextBox 3">
            <a:extLst>
              <a:ext uri="{FF2B5EF4-FFF2-40B4-BE49-F238E27FC236}">
                <a16:creationId xmlns:a16="http://schemas.microsoft.com/office/drawing/2014/main" id="{9EBC4F30-0D9E-44E6-DA39-91B26D58E754}"/>
              </a:ext>
            </a:extLst>
          </p:cNvPr>
          <p:cNvSpPr txBox="1"/>
          <p:nvPr/>
        </p:nvSpPr>
        <p:spPr>
          <a:xfrm>
            <a:off x="529919" y="6488668"/>
            <a:ext cx="2855168" cy="369332"/>
          </a:xfrm>
          <a:prstGeom prst="rect">
            <a:avLst/>
          </a:prstGeom>
          <a:noFill/>
        </p:spPr>
        <p:txBody>
          <a:bodyPr wrap="square" rtlCol="0">
            <a:spAutoFit/>
          </a:bodyPr>
          <a:lstStyle/>
          <a:p>
            <a:r>
              <a:rPr lang="en-US" dirty="0">
                <a:hlinkClick r:id="rId7"/>
              </a:rPr>
              <a:t>BASE REASEARCH PAPER</a:t>
            </a:r>
            <a:endParaRPr lang="en-IN" dirty="0"/>
          </a:p>
        </p:txBody>
      </p:sp>
      <p:sp>
        <p:nvSpPr>
          <p:cNvPr id="7" name="TextBox 6">
            <a:extLst>
              <a:ext uri="{FF2B5EF4-FFF2-40B4-BE49-F238E27FC236}">
                <a16:creationId xmlns:a16="http://schemas.microsoft.com/office/drawing/2014/main" id="{95B0C58C-2811-F3D8-9C0D-0840DC80C994}"/>
              </a:ext>
            </a:extLst>
          </p:cNvPr>
          <p:cNvSpPr txBox="1"/>
          <p:nvPr/>
        </p:nvSpPr>
        <p:spPr>
          <a:xfrm>
            <a:off x="8955026" y="6488668"/>
            <a:ext cx="3079922" cy="369332"/>
          </a:xfrm>
          <a:prstGeom prst="rect">
            <a:avLst/>
          </a:prstGeom>
          <a:noFill/>
        </p:spPr>
        <p:txBody>
          <a:bodyPr wrap="square" rtlCol="0" anchor="ctr">
            <a:spAutoFit/>
          </a:bodyPr>
          <a:lstStyle/>
          <a:p>
            <a:r>
              <a:rPr lang="en-US" sz="1800" b="0" dirty="0">
                <a:hlinkClick r:id="rId6"/>
              </a:rPr>
              <a:t>Helmet_Detection_OCR_ANPR</a:t>
            </a:r>
            <a:endParaRPr lang="ko-KR" altLang="en-US" b="1" dirty="0">
              <a:solidFill>
                <a:srgbClr val="262626"/>
              </a:solidFill>
              <a:cs typeface="Arial" pitchFamily="34" charset="0"/>
            </a:endParaRPr>
          </a:p>
        </p:txBody>
      </p:sp>
      <p:sp>
        <p:nvSpPr>
          <p:cNvPr id="10" name="TextBox 9">
            <a:extLst>
              <a:ext uri="{FF2B5EF4-FFF2-40B4-BE49-F238E27FC236}">
                <a16:creationId xmlns:a16="http://schemas.microsoft.com/office/drawing/2014/main" id="{861B229F-DDCF-E5B8-23E5-C45EF49B9AF4}"/>
              </a:ext>
            </a:extLst>
          </p:cNvPr>
          <p:cNvSpPr txBox="1"/>
          <p:nvPr/>
        </p:nvSpPr>
        <p:spPr>
          <a:xfrm>
            <a:off x="7819285" y="4838701"/>
            <a:ext cx="1996519" cy="369332"/>
          </a:xfrm>
          <a:prstGeom prst="rect">
            <a:avLst/>
          </a:prstGeom>
          <a:noFill/>
        </p:spPr>
        <p:txBody>
          <a:bodyPr wrap="square" rtlCol="0">
            <a:spAutoFit/>
          </a:bodyPr>
          <a:lstStyle/>
          <a:p>
            <a:r>
              <a:rPr lang="en-US" dirty="0">
                <a:hlinkClick r:id="rId8"/>
              </a:rPr>
              <a:t>Project GitHub Link</a:t>
            </a:r>
            <a:endParaRPr lang="en-IN" dirty="0"/>
          </a:p>
        </p:txBody>
      </p:sp>
    </p:spTree>
    <p:extLst>
      <p:ext uri="{BB962C8B-B14F-4D97-AF65-F5344CB8AC3E}">
        <p14:creationId xmlns:p14="http://schemas.microsoft.com/office/powerpoint/2010/main" val="1032245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heel(1)">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heel(1)">
                                      <p:cBhvr>
                                        <p:cTn id="1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 name="tint">
            <a:extLst>
              <a:ext uri="{FF2B5EF4-FFF2-40B4-BE49-F238E27FC236}">
                <a16:creationId xmlns:a16="http://schemas.microsoft.com/office/drawing/2014/main" id="{E705BBA4-33AC-D3C5-E16D-9057823B5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1" name="Rectangle 30">
            <a:extLst>
              <a:ext uri="{FF2B5EF4-FFF2-40B4-BE49-F238E27FC236}">
                <a16:creationId xmlns:a16="http://schemas.microsoft.com/office/drawing/2014/main" id="{5B138143-F4A8-3FAD-BD4C-65A09F7C3F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33048" cy="6858000"/>
          </a:xfrm>
          <a:prstGeom prst="rect">
            <a:avLst/>
          </a:prstGeom>
          <a:ln>
            <a:noFill/>
          </a:ln>
          <a:effectLst>
            <a:outerShdw blurRad="317500" dist="127000" dir="2400000" sx="95000" sy="95000" algn="t"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3" name="Rectangle 32">
            <a:extLst>
              <a:ext uri="{FF2B5EF4-FFF2-40B4-BE49-F238E27FC236}">
                <a16:creationId xmlns:a16="http://schemas.microsoft.com/office/drawing/2014/main" id="{5D060B5E-AA35-C2C0-EB61-1506F4EAE6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410200" cy="6858000"/>
          </a:xfrm>
          <a:prstGeom prst="rect">
            <a:avLst/>
          </a:prstGeom>
          <a:ln>
            <a:noFill/>
          </a:ln>
          <a:effectLst>
            <a:outerShdw blurRad="317500" dist="127000" dir="3000000" sx="93000" sy="93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758952" y="3529445"/>
            <a:ext cx="3951482" cy="267715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b="1" spc="600">
                <a:latin typeface="+mj-lt"/>
                <a:ea typeface="+mj-ea"/>
                <a:cs typeface="+mj-cs"/>
              </a:rPr>
              <a:t>CONCLUSION</a:t>
            </a:r>
            <a:endParaRPr lang="en-US" sz="4000" spc="600">
              <a:latin typeface="+mj-lt"/>
              <a:ea typeface="+mj-ea"/>
              <a:cs typeface="+mj-cs"/>
            </a:endParaRPr>
          </a:p>
        </p:txBody>
      </p:sp>
      <p:pic>
        <p:nvPicPr>
          <p:cNvPr id="24" name="Picture 23">
            <a:extLst>
              <a:ext uri="{FF2B5EF4-FFF2-40B4-BE49-F238E27FC236}">
                <a16:creationId xmlns:a16="http://schemas.microsoft.com/office/drawing/2014/main" id="{A52AEC1F-0A1C-FBBA-BB82-024F1C8CA50A}"/>
              </a:ext>
            </a:extLst>
          </p:cNvPr>
          <p:cNvPicPr>
            <a:picLocks noChangeAspect="1"/>
          </p:cNvPicPr>
          <p:nvPr/>
        </p:nvPicPr>
        <p:blipFill>
          <a:blip r:embed="rId2"/>
          <a:stretch>
            <a:fillRect/>
          </a:stretch>
        </p:blipFill>
        <p:spPr>
          <a:xfrm>
            <a:off x="5506284" y="84083"/>
            <a:ext cx="5813357" cy="3528168"/>
          </a:xfrm>
          <a:prstGeom prst="rect">
            <a:avLst/>
          </a:prstGeom>
        </p:spPr>
      </p:pic>
      <p:sp>
        <p:nvSpPr>
          <p:cNvPr id="3" name="TextBox 2"/>
          <p:cNvSpPr txBox="1"/>
          <p:nvPr/>
        </p:nvSpPr>
        <p:spPr>
          <a:xfrm>
            <a:off x="6096000" y="3495963"/>
            <a:ext cx="5223641" cy="2744116"/>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000" dirty="0"/>
              <a:t>​The project "Helmet_Detection_OCR_ANPR" hosted on Hugging Face is designed to detect helmets, perform Optical Character Recognition (OCR), and Automatic Number Plate Recognition (ANPR) in images or video streams.</a:t>
            </a:r>
          </a:p>
        </p:txBody>
      </p:sp>
      <p:grpSp>
        <p:nvGrpSpPr>
          <p:cNvPr id="5" name="Group 4">
            <a:extLst>
              <a:ext uri="{FF2B5EF4-FFF2-40B4-BE49-F238E27FC236}">
                <a16:creationId xmlns:a16="http://schemas.microsoft.com/office/drawing/2014/main" id="{D4C9C546-B8A7-48F2-AE06-8B4089F6DCE7}"/>
              </a:ext>
            </a:extLst>
          </p:cNvPr>
          <p:cNvGrpSpPr/>
          <p:nvPr/>
        </p:nvGrpSpPr>
        <p:grpSpPr>
          <a:xfrm>
            <a:off x="2037197" y="598330"/>
            <a:ext cx="1247297" cy="2537746"/>
            <a:chOff x="5174351" y="2344852"/>
            <a:chExt cx="1843306" cy="3750389"/>
          </a:xfrm>
        </p:grpSpPr>
        <p:grpSp>
          <p:nvGrpSpPr>
            <p:cNvPr id="6" name="그룹 7">
              <a:extLst>
                <a:ext uri="{FF2B5EF4-FFF2-40B4-BE49-F238E27FC236}">
                  <a16:creationId xmlns:a16="http://schemas.microsoft.com/office/drawing/2014/main" id="{920620FA-D7B7-442D-8F3A-B05DAB71EE5C}"/>
                </a:ext>
              </a:extLst>
            </p:cNvPr>
            <p:cNvGrpSpPr/>
            <p:nvPr/>
          </p:nvGrpSpPr>
          <p:grpSpPr>
            <a:xfrm>
              <a:off x="5174351" y="3637228"/>
              <a:ext cx="1704867" cy="455477"/>
              <a:chOff x="5134372" y="3131004"/>
              <a:chExt cx="1431908" cy="315692"/>
            </a:xfrm>
          </p:grpSpPr>
          <p:sp>
            <p:nvSpPr>
              <p:cNvPr id="22" name="직사각형 6">
                <a:extLst>
                  <a:ext uri="{FF2B5EF4-FFF2-40B4-BE49-F238E27FC236}">
                    <a16:creationId xmlns:a16="http://schemas.microsoft.com/office/drawing/2014/main" id="{716229B1-0D0A-4D27-92FE-5DBE1DEF63A8}"/>
                  </a:ext>
                </a:extLst>
              </p:cNvPr>
              <p:cNvSpPr/>
              <p:nvPr/>
            </p:nvSpPr>
            <p:spPr>
              <a:xfrm>
                <a:off x="5208323" y="3177330"/>
                <a:ext cx="1258310" cy="223041"/>
              </a:xfrm>
              <a:custGeom>
                <a:avLst/>
                <a:gdLst>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8310" h="199384">
                    <a:moveTo>
                      <a:pt x="0" y="0"/>
                    </a:moveTo>
                    <a:lnTo>
                      <a:pt x="1258310" y="0"/>
                    </a:lnTo>
                    <a:cubicBezTo>
                      <a:pt x="1210685" y="75986"/>
                      <a:pt x="1213065" y="130541"/>
                      <a:pt x="1258310" y="199384"/>
                    </a:cubicBezTo>
                    <a:lnTo>
                      <a:pt x="0" y="199384"/>
                    </a:lnTo>
                    <a:lnTo>
                      <a:pt x="0" y="0"/>
                    </a:lnTo>
                    <a:close/>
                  </a:path>
                </a:pathLst>
              </a:custGeom>
              <a:solidFill>
                <a:schemeClr val="bg1"/>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23" name="자유형: 도형 32">
                <a:extLst>
                  <a:ext uri="{FF2B5EF4-FFF2-40B4-BE49-F238E27FC236}">
                    <a16:creationId xmlns:a16="http://schemas.microsoft.com/office/drawing/2014/main" id="{75300E47-8303-4D18-83DA-095FCED54189}"/>
                  </a:ext>
                </a:extLst>
              </p:cNvPr>
              <p:cNvSpPr/>
              <p:nvPr/>
            </p:nvSpPr>
            <p:spPr>
              <a:xfrm>
                <a:off x="5134372" y="3131004"/>
                <a:ext cx="1431908" cy="315692"/>
              </a:xfrm>
              <a:custGeom>
                <a:avLst/>
                <a:gdLst>
                  <a:gd name="connsiteX0" fmla="*/ 62289 w 1431908"/>
                  <a:gd name="connsiteY0" fmla="*/ 0 h 315692"/>
                  <a:gd name="connsiteX1" fmla="*/ 1371331 w 1431908"/>
                  <a:gd name="connsiteY1" fmla="*/ 0 h 315692"/>
                  <a:gd name="connsiteX2" fmla="*/ 1415376 w 1431908"/>
                  <a:gd name="connsiteY2" fmla="*/ 18244 h 315692"/>
                  <a:gd name="connsiteX3" fmla="*/ 1431908 w 1431908"/>
                  <a:gd name="connsiteY3" fmla="*/ 58155 h 315692"/>
                  <a:gd name="connsiteX4" fmla="*/ 100375 w 1431908"/>
                  <a:gd name="connsiteY4" fmla="*/ 58155 h 315692"/>
                  <a:gd name="connsiteX5" fmla="*/ 73951 w 1431908"/>
                  <a:gd name="connsiteY5" fmla="*/ 84579 h 315692"/>
                  <a:gd name="connsiteX6" fmla="*/ 73951 w 1431908"/>
                  <a:gd name="connsiteY6" fmla="*/ 231114 h 315692"/>
                  <a:gd name="connsiteX7" fmla="*/ 100375 w 1431908"/>
                  <a:gd name="connsiteY7" fmla="*/ 257538 h 315692"/>
                  <a:gd name="connsiteX8" fmla="*/ 1431907 w 1431908"/>
                  <a:gd name="connsiteY8" fmla="*/ 257538 h 315692"/>
                  <a:gd name="connsiteX9" fmla="*/ 1415376 w 1431908"/>
                  <a:gd name="connsiteY9" fmla="*/ 297448 h 315692"/>
                  <a:gd name="connsiteX10" fmla="*/ 1371331 w 1431908"/>
                  <a:gd name="connsiteY10" fmla="*/ 315692 h 315692"/>
                  <a:gd name="connsiteX11" fmla="*/ 62289 w 1431908"/>
                  <a:gd name="connsiteY11" fmla="*/ 315692 h 315692"/>
                  <a:gd name="connsiteX12" fmla="*/ 0 w 1431908"/>
                  <a:gd name="connsiteY12" fmla="*/ 253403 h 315692"/>
                  <a:gd name="connsiteX13" fmla="*/ 0 w 1431908"/>
                  <a:gd name="connsiteY13" fmla="*/ 62289 h 315692"/>
                  <a:gd name="connsiteX14" fmla="*/ 62289 w 1431908"/>
                  <a:gd name="connsiteY14" fmla="*/ 0 h 315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31908" h="315692">
                    <a:moveTo>
                      <a:pt x="62289" y="0"/>
                    </a:moveTo>
                    <a:lnTo>
                      <a:pt x="1371331" y="0"/>
                    </a:lnTo>
                    <a:cubicBezTo>
                      <a:pt x="1388532" y="0"/>
                      <a:pt x="1404104" y="6972"/>
                      <a:pt x="1415376" y="18244"/>
                    </a:cubicBezTo>
                    <a:lnTo>
                      <a:pt x="1431908" y="58155"/>
                    </a:lnTo>
                    <a:lnTo>
                      <a:pt x="100375" y="58155"/>
                    </a:lnTo>
                    <a:cubicBezTo>
                      <a:pt x="85781" y="58155"/>
                      <a:pt x="73951" y="69985"/>
                      <a:pt x="73951" y="84579"/>
                    </a:cubicBezTo>
                    <a:lnTo>
                      <a:pt x="73951" y="231114"/>
                    </a:lnTo>
                    <a:cubicBezTo>
                      <a:pt x="73951" y="245708"/>
                      <a:pt x="85781" y="257538"/>
                      <a:pt x="100375" y="257538"/>
                    </a:cubicBezTo>
                    <a:lnTo>
                      <a:pt x="1431907" y="257538"/>
                    </a:lnTo>
                    <a:lnTo>
                      <a:pt x="1415376" y="297448"/>
                    </a:lnTo>
                    <a:cubicBezTo>
                      <a:pt x="1404104" y="308720"/>
                      <a:pt x="1388532" y="315692"/>
                      <a:pt x="1371331" y="315692"/>
                    </a:cubicBezTo>
                    <a:lnTo>
                      <a:pt x="62289" y="315692"/>
                    </a:lnTo>
                    <a:cubicBezTo>
                      <a:pt x="27888" y="315692"/>
                      <a:pt x="0" y="287804"/>
                      <a:pt x="0" y="253403"/>
                    </a:cubicBezTo>
                    <a:lnTo>
                      <a:pt x="0" y="62289"/>
                    </a:lnTo>
                    <a:cubicBezTo>
                      <a:pt x="0" y="27888"/>
                      <a:pt x="27888" y="0"/>
                      <a:pt x="62289"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grpSp>
          <p:nvGrpSpPr>
            <p:cNvPr id="7" name="그룹 34">
              <a:extLst>
                <a:ext uri="{FF2B5EF4-FFF2-40B4-BE49-F238E27FC236}">
                  <a16:creationId xmlns:a16="http://schemas.microsoft.com/office/drawing/2014/main" id="{753535EA-3E48-4926-9F62-ED1C53713B81}"/>
                </a:ext>
              </a:extLst>
            </p:cNvPr>
            <p:cNvGrpSpPr/>
            <p:nvPr/>
          </p:nvGrpSpPr>
          <p:grpSpPr>
            <a:xfrm>
              <a:off x="5312790" y="4137862"/>
              <a:ext cx="1704867" cy="455477"/>
              <a:chOff x="5134372" y="3131004"/>
              <a:chExt cx="1431908" cy="315692"/>
            </a:xfrm>
          </p:grpSpPr>
          <p:sp>
            <p:nvSpPr>
              <p:cNvPr id="20" name="직사각형 6">
                <a:extLst>
                  <a:ext uri="{FF2B5EF4-FFF2-40B4-BE49-F238E27FC236}">
                    <a16:creationId xmlns:a16="http://schemas.microsoft.com/office/drawing/2014/main" id="{18B213C8-9D9F-482F-B429-BF70F5CEFE49}"/>
                  </a:ext>
                </a:extLst>
              </p:cNvPr>
              <p:cNvSpPr/>
              <p:nvPr/>
            </p:nvSpPr>
            <p:spPr>
              <a:xfrm>
                <a:off x="5208323" y="3177330"/>
                <a:ext cx="1258310" cy="223041"/>
              </a:xfrm>
              <a:custGeom>
                <a:avLst/>
                <a:gdLst>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8310" h="199384">
                    <a:moveTo>
                      <a:pt x="0" y="0"/>
                    </a:moveTo>
                    <a:lnTo>
                      <a:pt x="1258310" y="0"/>
                    </a:lnTo>
                    <a:cubicBezTo>
                      <a:pt x="1210685" y="75986"/>
                      <a:pt x="1213065" y="130541"/>
                      <a:pt x="1258310" y="199384"/>
                    </a:cubicBezTo>
                    <a:lnTo>
                      <a:pt x="0" y="199384"/>
                    </a:lnTo>
                    <a:lnTo>
                      <a:pt x="0" y="0"/>
                    </a:lnTo>
                    <a:close/>
                  </a:path>
                </a:pathLst>
              </a:cu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21" name="자유형: 도형 36">
                <a:extLst>
                  <a:ext uri="{FF2B5EF4-FFF2-40B4-BE49-F238E27FC236}">
                    <a16:creationId xmlns:a16="http://schemas.microsoft.com/office/drawing/2014/main" id="{461B773C-A749-4EA3-9558-CB9B0C6F6706}"/>
                  </a:ext>
                </a:extLst>
              </p:cNvPr>
              <p:cNvSpPr/>
              <p:nvPr/>
            </p:nvSpPr>
            <p:spPr>
              <a:xfrm>
                <a:off x="5134372" y="3131004"/>
                <a:ext cx="1431908" cy="315692"/>
              </a:xfrm>
              <a:custGeom>
                <a:avLst/>
                <a:gdLst>
                  <a:gd name="connsiteX0" fmla="*/ 62289 w 1431908"/>
                  <a:gd name="connsiteY0" fmla="*/ 0 h 315692"/>
                  <a:gd name="connsiteX1" fmla="*/ 1371331 w 1431908"/>
                  <a:gd name="connsiteY1" fmla="*/ 0 h 315692"/>
                  <a:gd name="connsiteX2" fmla="*/ 1415376 w 1431908"/>
                  <a:gd name="connsiteY2" fmla="*/ 18244 h 315692"/>
                  <a:gd name="connsiteX3" fmla="*/ 1431908 w 1431908"/>
                  <a:gd name="connsiteY3" fmla="*/ 58155 h 315692"/>
                  <a:gd name="connsiteX4" fmla="*/ 100375 w 1431908"/>
                  <a:gd name="connsiteY4" fmla="*/ 58155 h 315692"/>
                  <a:gd name="connsiteX5" fmla="*/ 73951 w 1431908"/>
                  <a:gd name="connsiteY5" fmla="*/ 84579 h 315692"/>
                  <a:gd name="connsiteX6" fmla="*/ 73951 w 1431908"/>
                  <a:gd name="connsiteY6" fmla="*/ 231114 h 315692"/>
                  <a:gd name="connsiteX7" fmla="*/ 100375 w 1431908"/>
                  <a:gd name="connsiteY7" fmla="*/ 257538 h 315692"/>
                  <a:gd name="connsiteX8" fmla="*/ 1431907 w 1431908"/>
                  <a:gd name="connsiteY8" fmla="*/ 257538 h 315692"/>
                  <a:gd name="connsiteX9" fmla="*/ 1415376 w 1431908"/>
                  <a:gd name="connsiteY9" fmla="*/ 297448 h 315692"/>
                  <a:gd name="connsiteX10" fmla="*/ 1371331 w 1431908"/>
                  <a:gd name="connsiteY10" fmla="*/ 315692 h 315692"/>
                  <a:gd name="connsiteX11" fmla="*/ 62289 w 1431908"/>
                  <a:gd name="connsiteY11" fmla="*/ 315692 h 315692"/>
                  <a:gd name="connsiteX12" fmla="*/ 0 w 1431908"/>
                  <a:gd name="connsiteY12" fmla="*/ 253403 h 315692"/>
                  <a:gd name="connsiteX13" fmla="*/ 0 w 1431908"/>
                  <a:gd name="connsiteY13" fmla="*/ 62289 h 315692"/>
                  <a:gd name="connsiteX14" fmla="*/ 62289 w 1431908"/>
                  <a:gd name="connsiteY14" fmla="*/ 0 h 315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31908" h="315692">
                    <a:moveTo>
                      <a:pt x="62289" y="0"/>
                    </a:moveTo>
                    <a:lnTo>
                      <a:pt x="1371331" y="0"/>
                    </a:lnTo>
                    <a:cubicBezTo>
                      <a:pt x="1388532" y="0"/>
                      <a:pt x="1404104" y="6972"/>
                      <a:pt x="1415376" y="18244"/>
                    </a:cubicBezTo>
                    <a:lnTo>
                      <a:pt x="1431908" y="58155"/>
                    </a:lnTo>
                    <a:lnTo>
                      <a:pt x="100375" y="58155"/>
                    </a:lnTo>
                    <a:cubicBezTo>
                      <a:pt x="85781" y="58155"/>
                      <a:pt x="73951" y="69985"/>
                      <a:pt x="73951" y="84579"/>
                    </a:cubicBezTo>
                    <a:lnTo>
                      <a:pt x="73951" y="231114"/>
                    </a:lnTo>
                    <a:cubicBezTo>
                      <a:pt x="73951" y="245708"/>
                      <a:pt x="85781" y="257538"/>
                      <a:pt x="100375" y="257538"/>
                    </a:cubicBezTo>
                    <a:lnTo>
                      <a:pt x="1431907" y="257538"/>
                    </a:lnTo>
                    <a:lnTo>
                      <a:pt x="1415376" y="297448"/>
                    </a:lnTo>
                    <a:cubicBezTo>
                      <a:pt x="1404104" y="308720"/>
                      <a:pt x="1388532" y="315692"/>
                      <a:pt x="1371331" y="315692"/>
                    </a:cubicBezTo>
                    <a:lnTo>
                      <a:pt x="62289" y="315692"/>
                    </a:lnTo>
                    <a:cubicBezTo>
                      <a:pt x="27888" y="315692"/>
                      <a:pt x="0" y="287804"/>
                      <a:pt x="0" y="253403"/>
                    </a:cubicBezTo>
                    <a:lnTo>
                      <a:pt x="0" y="62289"/>
                    </a:lnTo>
                    <a:cubicBezTo>
                      <a:pt x="0" y="27888"/>
                      <a:pt x="27888" y="0"/>
                      <a:pt x="62289"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grpSp>
          <p:nvGrpSpPr>
            <p:cNvPr id="8" name="그룹 37">
              <a:extLst>
                <a:ext uri="{FF2B5EF4-FFF2-40B4-BE49-F238E27FC236}">
                  <a16:creationId xmlns:a16="http://schemas.microsoft.com/office/drawing/2014/main" id="{4D3B20F9-2DD7-4999-9EE1-A744CD4DB121}"/>
                </a:ext>
              </a:extLst>
            </p:cNvPr>
            <p:cNvGrpSpPr/>
            <p:nvPr/>
          </p:nvGrpSpPr>
          <p:grpSpPr>
            <a:xfrm>
              <a:off x="5174351" y="4638496"/>
              <a:ext cx="1704867" cy="455477"/>
              <a:chOff x="5134372" y="3131004"/>
              <a:chExt cx="1431908" cy="315692"/>
            </a:xfrm>
          </p:grpSpPr>
          <p:sp>
            <p:nvSpPr>
              <p:cNvPr id="18" name="직사각형 6">
                <a:extLst>
                  <a:ext uri="{FF2B5EF4-FFF2-40B4-BE49-F238E27FC236}">
                    <a16:creationId xmlns:a16="http://schemas.microsoft.com/office/drawing/2014/main" id="{42B506EB-E45F-4A03-AE7F-38BBE401B607}"/>
                  </a:ext>
                </a:extLst>
              </p:cNvPr>
              <p:cNvSpPr/>
              <p:nvPr/>
            </p:nvSpPr>
            <p:spPr>
              <a:xfrm>
                <a:off x="5208323" y="3177330"/>
                <a:ext cx="1258310" cy="223041"/>
              </a:xfrm>
              <a:custGeom>
                <a:avLst/>
                <a:gdLst>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8310" h="199384">
                    <a:moveTo>
                      <a:pt x="0" y="0"/>
                    </a:moveTo>
                    <a:lnTo>
                      <a:pt x="1258310" y="0"/>
                    </a:lnTo>
                    <a:cubicBezTo>
                      <a:pt x="1210685" y="75986"/>
                      <a:pt x="1213065" y="130541"/>
                      <a:pt x="1258310" y="199384"/>
                    </a:cubicBezTo>
                    <a:lnTo>
                      <a:pt x="0" y="199384"/>
                    </a:lnTo>
                    <a:lnTo>
                      <a:pt x="0" y="0"/>
                    </a:lnTo>
                    <a:close/>
                  </a:path>
                </a:pathLst>
              </a:cu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9" name="자유형: 도형 39">
                <a:extLst>
                  <a:ext uri="{FF2B5EF4-FFF2-40B4-BE49-F238E27FC236}">
                    <a16:creationId xmlns:a16="http://schemas.microsoft.com/office/drawing/2014/main" id="{7D24AA69-CB04-42CA-8420-7A528DFEB1B9}"/>
                  </a:ext>
                </a:extLst>
              </p:cNvPr>
              <p:cNvSpPr/>
              <p:nvPr/>
            </p:nvSpPr>
            <p:spPr>
              <a:xfrm>
                <a:off x="5134372" y="3131004"/>
                <a:ext cx="1431908" cy="315692"/>
              </a:xfrm>
              <a:custGeom>
                <a:avLst/>
                <a:gdLst>
                  <a:gd name="connsiteX0" fmla="*/ 62289 w 1431908"/>
                  <a:gd name="connsiteY0" fmla="*/ 0 h 315692"/>
                  <a:gd name="connsiteX1" fmla="*/ 1371331 w 1431908"/>
                  <a:gd name="connsiteY1" fmla="*/ 0 h 315692"/>
                  <a:gd name="connsiteX2" fmla="*/ 1415376 w 1431908"/>
                  <a:gd name="connsiteY2" fmla="*/ 18244 h 315692"/>
                  <a:gd name="connsiteX3" fmla="*/ 1431908 w 1431908"/>
                  <a:gd name="connsiteY3" fmla="*/ 58155 h 315692"/>
                  <a:gd name="connsiteX4" fmla="*/ 100375 w 1431908"/>
                  <a:gd name="connsiteY4" fmla="*/ 58155 h 315692"/>
                  <a:gd name="connsiteX5" fmla="*/ 73951 w 1431908"/>
                  <a:gd name="connsiteY5" fmla="*/ 84579 h 315692"/>
                  <a:gd name="connsiteX6" fmla="*/ 73951 w 1431908"/>
                  <a:gd name="connsiteY6" fmla="*/ 231114 h 315692"/>
                  <a:gd name="connsiteX7" fmla="*/ 100375 w 1431908"/>
                  <a:gd name="connsiteY7" fmla="*/ 257538 h 315692"/>
                  <a:gd name="connsiteX8" fmla="*/ 1431907 w 1431908"/>
                  <a:gd name="connsiteY8" fmla="*/ 257538 h 315692"/>
                  <a:gd name="connsiteX9" fmla="*/ 1415376 w 1431908"/>
                  <a:gd name="connsiteY9" fmla="*/ 297448 h 315692"/>
                  <a:gd name="connsiteX10" fmla="*/ 1371331 w 1431908"/>
                  <a:gd name="connsiteY10" fmla="*/ 315692 h 315692"/>
                  <a:gd name="connsiteX11" fmla="*/ 62289 w 1431908"/>
                  <a:gd name="connsiteY11" fmla="*/ 315692 h 315692"/>
                  <a:gd name="connsiteX12" fmla="*/ 0 w 1431908"/>
                  <a:gd name="connsiteY12" fmla="*/ 253403 h 315692"/>
                  <a:gd name="connsiteX13" fmla="*/ 0 w 1431908"/>
                  <a:gd name="connsiteY13" fmla="*/ 62289 h 315692"/>
                  <a:gd name="connsiteX14" fmla="*/ 62289 w 1431908"/>
                  <a:gd name="connsiteY14" fmla="*/ 0 h 315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31908" h="315692">
                    <a:moveTo>
                      <a:pt x="62289" y="0"/>
                    </a:moveTo>
                    <a:lnTo>
                      <a:pt x="1371331" y="0"/>
                    </a:lnTo>
                    <a:cubicBezTo>
                      <a:pt x="1388532" y="0"/>
                      <a:pt x="1404104" y="6972"/>
                      <a:pt x="1415376" y="18244"/>
                    </a:cubicBezTo>
                    <a:lnTo>
                      <a:pt x="1431908" y="58155"/>
                    </a:lnTo>
                    <a:lnTo>
                      <a:pt x="100375" y="58155"/>
                    </a:lnTo>
                    <a:cubicBezTo>
                      <a:pt x="85781" y="58155"/>
                      <a:pt x="73951" y="69985"/>
                      <a:pt x="73951" y="84579"/>
                    </a:cubicBezTo>
                    <a:lnTo>
                      <a:pt x="73951" y="231114"/>
                    </a:lnTo>
                    <a:cubicBezTo>
                      <a:pt x="73951" y="245708"/>
                      <a:pt x="85781" y="257538"/>
                      <a:pt x="100375" y="257538"/>
                    </a:cubicBezTo>
                    <a:lnTo>
                      <a:pt x="1431907" y="257538"/>
                    </a:lnTo>
                    <a:lnTo>
                      <a:pt x="1415376" y="297448"/>
                    </a:lnTo>
                    <a:cubicBezTo>
                      <a:pt x="1404104" y="308720"/>
                      <a:pt x="1388532" y="315692"/>
                      <a:pt x="1371331" y="315692"/>
                    </a:cubicBezTo>
                    <a:lnTo>
                      <a:pt x="62289" y="315692"/>
                    </a:lnTo>
                    <a:cubicBezTo>
                      <a:pt x="27888" y="315692"/>
                      <a:pt x="0" y="287804"/>
                      <a:pt x="0" y="253403"/>
                    </a:cubicBezTo>
                    <a:lnTo>
                      <a:pt x="0" y="62289"/>
                    </a:lnTo>
                    <a:cubicBezTo>
                      <a:pt x="0" y="27888"/>
                      <a:pt x="27888" y="0"/>
                      <a:pt x="62289"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grpSp>
          <p:nvGrpSpPr>
            <p:cNvPr id="9" name="그룹 40">
              <a:extLst>
                <a:ext uri="{FF2B5EF4-FFF2-40B4-BE49-F238E27FC236}">
                  <a16:creationId xmlns:a16="http://schemas.microsoft.com/office/drawing/2014/main" id="{3E34F079-5456-4869-ACD1-6F25DCBA9915}"/>
                </a:ext>
              </a:extLst>
            </p:cNvPr>
            <p:cNvGrpSpPr/>
            <p:nvPr/>
          </p:nvGrpSpPr>
          <p:grpSpPr>
            <a:xfrm>
              <a:off x="5312790" y="5139130"/>
              <a:ext cx="1704867" cy="455477"/>
              <a:chOff x="5134372" y="3131004"/>
              <a:chExt cx="1431908" cy="315692"/>
            </a:xfrm>
          </p:grpSpPr>
          <p:sp>
            <p:nvSpPr>
              <p:cNvPr id="16" name="직사각형 6">
                <a:extLst>
                  <a:ext uri="{FF2B5EF4-FFF2-40B4-BE49-F238E27FC236}">
                    <a16:creationId xmlns:a16="http://schemas.microsoft.com/office/drawing/2014/main" id="{B25DDEBE-3F46-42A8-B3EA-E11ECFCE0EB2}"/>
                  </a:ext>
                </a:extLst>
              </p:cNvPr>
              <p:cNvSpPr/>
              <p:nvPr/>
            </p:nvSpPr>
            <p:spPr>
              <a:xfrm>
                <a:off x="5208323" y="3177330"/>
                <a:ext cx="1258310" cy="223041"/>
              </a:xfrm>
              <a:custGeom>
                <a:avLst/>
                <a:gdLst>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8310" h="199384">
                    <a:moveTo>
                      <a:pt x="0" y="0"/>
                    </a:moveTo>
                    <a:lnTo>
                      <a:pt x="1258310" y="0"/>
                    </a:lnTo>
                    <a:cubicBezTo>
                      <a:pt x="1210685" y="75986"/>
                      <a:pt x="1213065" y="130541"/>
                      <a:pt x="1258310" y="199384"/>
                    </a:cubicBezTo>
                    <a:lnTo>
                      <a:pt x="0" y="199384"/>
                    </a:lnTo>
                    <a:lnTo>
                      <a:pt x="0" y="0"/>
                    </a:lnTo>
                    <a:close/>
                  </a:path>
                </a:pathLst>
              </a:cu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7" name="자유형: 도형 46">
                <a:extLst>
                  <a:ext uri="{FF2B5EF4-FFF2-40B4-BE49-F238E27FC236}">
                    <a16:creationId xmlns:a16="http://schemas.microsoft.com/office/drawing/2014/main" id="{94046D53-0CB5-4DF5-917A-038B2EF6C3D3}"/>
                  </a:ext>
                </a:extLst>
              </p:cNvPr>
              <p:cNvSpPr/>
              <p:nvPr/>
            </p:nvSpPr>
            <p:spPr>
              <a:xfrm>
                <a:off x="5134372" y="3131004"/>
                <a:ext cx="1431908" cy="315692"/>
              </a:xfrm>
              <a:custGeom>
                <a:avLst/>
                <a:gdLst>
                  <a:gd name="connsiteX0" fmla="*/ 62289 w 1431908"/>
                  <a:gd name="connsiteY0" fmla="*/ 0 h 315692"/>
                  <a:gd name="connsiteX1" fmla="*/ 1371331 w 1431908"/>
                  <a:gd name="connsiteY1" fmla="*/ 0 h 315692"/>
                  <a:gd name="connsiteX2" fmla="*/ 1415376 w 1431908"/>
                  <a:gd name="connsiteY2" fmla="*/ 18244 h 315692"/>
                  <a:gd name="connsiteX3" fmla="*/ 1431908 w 1431908"/>
                  <a:gd name="connsiteY3" fmla="*/ 58155 h 315692"/>
                  <a:gd name="connsiteX4" fmla="*/ 100375 w 1431908"/>
                  <a:gd name="connsiteY4" fmla="*/ 58155 h 315692"/>
                  <a:gd name="connsiteX5" fmla="*/ 73951 w 1431908"/>
                  <a:gd name="connsiteY5" fmla="*/ 84579 h 315692"/>
                  <a:gd name="connsiteX6" fmla="*/ 73951 w 1431908"/>
                  <a:gd name="connsiteY6" fmla="*/ 231114 h 315692"/>
                  <a:gd name="connsiteX7" fmla="*/ 100375 w 1431908"/>
                  <a:gd name="connsiteY7" fmla="*/ 257538 h 315692"/>
                  <a:gd name="connsiteX8" fmla="*/ 1431907 w 1431908"/>
                  <a:gd name="connsiteY8" fmla="*/ 257538 h 315692"/>
                  <a:gd name="connsiteX9" fmla="*/ 1415376 w 1431908"/>
                  <a:gd name="connsiteY9" fmla="*/ 297448 h 315692"/>
                  <a:gd name="connsiteX10" fmla="*/ 1371331 w 1431908"/>
                  <a:gd name="connsiteY10" fmla="*/ 315692 h 315692"/>
                  <a:gd name="connsiteX11" fmla="*/ 62289 w 1431908"/>
                  <a:gd name="connsiteY11" fmla="*/ 315692 h 315692"/>
                  <a:gd name="connsiteX12" fmla="*/ 0 w 1431908"/>
                  <a:gd name="connsiteY12" fmla="*/ 253403 h 315692"/>
                  <a:gd name="connsiteX13" fmla="*/ 0 w 1431908"/>
                  <a:gd name="connsiteY13" fmla="*/ 62289 h 315692"/>
                  <a:gd name="connsiteX14" fmla="*/ 62289 w 1431908"/>
                  <a:gd name="connsiteY14" fmla="*/ 0 h 315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31908" h="315692">
                    <a:moveTo>
                      <a:pt x="62289" y="0"/>
                    </a:moveTo>
                    <a:lnTo>
                      <a:pt x="1371331" y="0"/>
                    </a:lnTo>
                    <a:cubicBezTo>
                      <a:pt x="1388532" y="0"/>
                      <a:pt x="1404104" y="6972"/>
                      <a:pt x="1415376" y="18244"/>
                    </a:cubicBezTo>
                    <a:lnTo>
                      <a:pt x="1431908" y="58155"/>
                    </a:lnTo>
                    <a:lnTo>
                      <a:pt x="100375" y="58155"/>
                    </a:lnTo>
                    <a:cubicBezTo>
                      <a:pt x="85781" y="58155"/>
                      <a:pt x="73951" y="69985"/>
                      <a:pt x="73951" y="84579"/>
                    </a:cubicBezTo>
                    <a:lnTo>
                      <a:pt x="73951" y="231114"/>
                    </a:lnTo>
                    <a:cubicBezTo>
                      <a:pt x="73951" y="245708"/>
                      <a:pt x="85781" y="257538"/>
                      <a:pt x="100375" y="257538"/>
                    </a:cubicBezTo>
                    <a:lnTo>
                      <a:pt x="1431907" y="257538"/>
                    </a:lnTo>
                    <a:lnTo>
                      <a:pt x="1415376" y="297448"/>
                    </a:lnTo>
                    <a:cubicBezTo>
                      <a:pt x="1404104" y="308720"/>
                      <a:pt x="1388532" y="315692"/>
                      <a:pt x="1371331" y="315692"/>
                    </a:cubicBezTo>
                    <a:lnTo>
                      <a:pt x="62289" y="315692"/>
                    </a:lnTo>
                    <a:cubicBezTo>
                      <a:pt x="27888" y="315692"/>
                      <a:pt x="0" y="287804"/>
                      <a:pt x="0" y="253403"/>
                    </a:cubicBezTo>
                    <a:lnTo>
                      <a:pt x="0" y="62289"/>
                    </a:lnTo>
                    <a:cubicBezTo>
                      <a:pt x="0" y="27888"/>
                      <a:pt x="27888" y="0"/>
                      <a:pt x="62289"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grpSp>
          <p:nvGrpSpPr>
            <p:cNvPr id="10" name="그룹 47">
              <a:extLst>
                <a:ext uri="{FF2B5EF4-FFF2-40B4-BE49-F238E27FC236}">
                  <a16:creationId xmlns:a16="http://schemas.microsoft.com/office/drawing/2014/main" id="{C4E7C8FD-24D1-48EC-BE6F-59EA7106E11A}"/>
                </a:ext>
              </a:extLst>
            </p:cNvPr>
            <p:cNvGrpSpPr/>
            <p:nvPr/>
          </p:nvGrpSpPr>
          <p:grpSpPr>
            <a:xfrm>
              <a:off x="5174351" y="5639764"/>
              <a:ext cx="1704867" cy="455477"/>
              <a:chOff x="5134372" y="3131004"/>
              <a:chExt cx="1431908" cy="315692"/>
            </a:xfrm>
          </p:grpSpPr>
          <p:sp>
            <p:nvSpPr>
              <p:cNvPr id="14" name="직사각형 6">
                <a:extLst>
                  <a:ext uri="{FF2B5EF4-FFF2-40B4-BE49-F238E27FC236}">
                    <a16:creationId xmlns:a16="http://schemas.microsoft.com/office/drawing/2014/main" id="{172A8219-CB69-468A-BC65-75A32BD1BE0E}"/>
                  </a:ext>
                </a:extLst>
              </p:cNvPr>
              <p:cNvSpPr/>
              <p:nvPr/>
            </p:nvSpPr>
            <p:spPr>
              <a:xfrm>
                <a:off x="5208323" y="3177330"/>
                <a:ext cx="1258310" cy="223041"/>
              </a:xfrm>
              <a:custGeom>
                <a:avLst/>
                <a:gdLst>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 name="connsiteX0" fmla="*/ 0 w 1258310"/>
                  <a:gd name="connsiteY0" fmla="*/ 0 h 199384"/>
                  <a:gd name="connsiteX1" fmla="*/ 1258310 w 1258310"/>
                  <a:gd name="connsiteY1" fmla="*/ 0 h 199384"/>
                  <a:gd name="connsiteX2" fmla="*/ 1258310 w 1258310"/>
                  <a:gd name="connsiteY2" fmla="*/ 199384 h 199384"/>
                  <a:gd name="connsiteX3" fmla="*/ 0 w 1258310"/>
                  <a:gd name="connsiteY3" fmla="*/ 199384 h 199384"/>
                  <a:gd name="connsiteX4" fmla="*/ 0 w 1258310"/>
                  <a:gd name="connsiteY4" fmla="*/ 0 h 199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8310" h="199384">
                    <a:moveTo>
                      <a:pt x="0" y="0"/>
                    </a:moveTo>
                    <a:lnTo>
                      <a:pt x="1258310" y="0"/>
                    </a:lnTo>
                    <a:cubicBezTo>
                      <a:pt x="1210685" y="75986"/>
                      <a:pt x="1213065" y="130541"/>
                      <a:pt x="1258310" y="199384"/>
                    </a:cubicBezTo>
                    <a:lnTo>
                      <a:pt x="0" y="199384"/>
                    </a:lnTo>
                    <a:lnTo>
                      <a:pt x="0" y="0"/>
                    </a:lnTo>
                    <a:close/>
                  </a:path>
                </a:pathLst>
              </a:custGeom>
              <a:solidFill>
                <a:schemeClr val="bg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5" name="자유형: 도형 68">
                <a:extLst>
                  <a:ext uri="{FF2B5EF4-FFF2-40B4-BE49-F238E27FC236}">
                    <a16:creationId xmlns:a16="http://schemas.microsoft.com/office/drawing/2014/main" id="{949F0B97-5EE4-491E-9898-CB88E0382AC7}"/>
                  </a:ext>
                </a:extLst>
              </p:cNvPr>
              <p:cNvSpPr/>
              <p:nvPr/>
            </p:nvSpPr>
            <p:spPr>
              <a:xfrm>
                <a:off x="5134372" y="3131004"/>
                <a:ext cx="1431908" cy="315692"/>
              </a:xfrm>
              <a:custGeom>
                <a:avLst/>
                <a:gdLst>
                  <a:gd name="connsiteX0" fmla="*/ 62289 w 1431908"/>
                  <a:gd name="connsiteY0" fmla="*/ 0 h 315692"/>
                  <a:gd name="connsiteX1" fmla="*/ 1371331 w 1431908"/>
                  <a:gd name="connsiteY1" fmla="*/ 0 h 315692"/>
                  <a:gd name="connsiteX2" fmla="*/ 1415376 w 1431908"/>
                  <a:gd name="connsiteY2" fmla="*/ 18244 h 315692"/>
                  <a:gd name="connsiteX3" fmla="*/ 1431908 w 1431908"/>
                  <a:gd name="connsiteY3" fmla="*/ 58155 h 315692"/>
                  <a:gd name="connsiteX4" fmla="*/ 100375 w 1431908"/>
                  <a:gd name="connsiteY4" fmla="*/ 58155 h 315692"/>
                  <a:gd name="connsiteX5" fmla="*/ 73951 w 1431908"/>
                  <a:gd name="connsiteY5" fmla="*/ 84579 h 315692"/>
                  <a:gd name="connsiteX6" fmla="*/ 73951 w 1431908"/>
                  <a:gd name="connsiteY6" fmla="*/ 231114 h 315692"/>
                  <a:gd name="connsiteX7" fmla="*/ 100375 w 1431908"/>
                  <a:gd name="connsiteY7" fmla="*/ 257538 h 315692"/>
                  <a:gd name="connsiteX8" fmla="*/ 1431907 w 1431908"/>
                  <a:gd name="connsiteY8" fmla="*/ 257538 h 315692"/>
                  <a:gd name="connsiteX9" fmla="*/ 1415376 w 1431908"/>
                  <a:gd name="connsiteY9" fmla="*/ 297448 h 315692"/>
                  <a:gd name="connsiteX10" fmla="*/ 1371331 w 1431908"/>
                  <a:gd name="connsiteY10" fmla="*/ 315692 h 315692"/>
                  <a:gd name="connsiteX11" fmla="*/ 62289 w 1431908"/>
                  <a:gd name="connsiteY11" fmla="*/ 315692 h 315692"/>
                  <a:gd name="connsiteX12" fmla="*/ 0 w 1431908"/>
                  <a:gd name="connsiteY12" fmla="*/ 253403 h 315692"/>
                  <a:gd name="connsiteX13" fmla="*/ 0 w 1431908"/>
                  <a:gd name="connsiteY13" fmla="*/ 62289 h 315692"/>
                  <a:gd name="connsiteX14" fmla="*/ 62289 w 1431908"/>
                  <a:gd name="connsiteY14" fmla="*/ 0 h 315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31908" h="315692">
                    <a:moveTo>
                      <a:pt x="62289" y="0"/>
                    </a:moveTo>
                    <a:lnTo>
                      <a:pt x="1371331" y="0"/>
                    </a:lnTo>
                    <a:cubicBezTo>
                      <a:pt x="1388532" y="0"/>
                      <a:pt x="1404104" y="6972"/>
                      <a:pt x="1415376" y="18244"/>
                    </a:cubicBezTo>
                    <a:lnTo>
                      <a:pt x="1431908" y="58155"/>
                    </a:lnTo>
                    <a:lnTo>
                      <a:pt x="100375" y="58155"/>
                    </a:lnTo>
                    <a:cubicBezTo>
                      <a:pt x="85781" y="58155"/>
                      <a:pt x="73951" y="69985"/>
                      <a:pt x="73951" y="84579"/>
                    </a:cubicBezTo>
                    <a:lnTo>
                      <a:pt x="73951" y="231114"/>
                    </a:lnTo>
                    <a:cubicBezTo>
                      <a:pt x="73951" y="245708"/>
                      <a:pt x="85781" y="257538"/>
                      <a:pt x="100375" y="257538"/>
                    </a:cubicBezTo>
                    <a:lnTo>
                      <a:pt x="1431907" y="257538"/>
                    </a:lnTo>
                    <a:lnTo>
                      <a:pt x="1415376" y="297448"/>
                    </a:lnTo>
                    <a:cubicBezTo>
                      <a:pt x="1404104" y="308720"/>
                      <a:pt x="1388532" y="315692"/>
                      <a:pt x="1371331" y="315692"/>
                    </a:cubicBezTo>
                    <a:lnTo>
                      <a:pt x="62289" y="315692"/>
                    </a:lnTo>
                    <a:cubicBezTo>
                      <a:pt x="27888" y="315692"/>
                      <a:pt x="0" y="287804"/>
                      <a:pt x="0" y="253403"/>
                    </a:cubicBezTo>
                    <a:lnTo>
                      <a:pt x="0" y="62289"/>
                    </a:lnTo>
                    <a:cubicBezTo>
                      <a:pt x="0" y="27888"/>
                      <a:pt x="27888" y="0"/>
                      <a:pt x="62289"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grpSp>
          <p:nvGrpSpPr>
            <p:cNvPr id="11" name="그룹 14">
              <a:extLst>
                <a:ext uri="{FF2B5EF4-FFF2-40B4-BE49-F238E27FC236}">
                  <a16:creationId xmlns:a16="http://schemas.microsoft.com/office/drawing/2014/main" id="{5245D893-4DB1-4802-B1B8-36B2142F6576}"/>
                </a:ext>
              </a:extLst>
            </p:cNvPr>
            <p:cNvGrpSpPr/>
            <p:nvPr/>
          </p:nvGrpSpPr>
          <p:grpSpPr>
            <a:xfrm>
              <a:off x="5668546" y="2344852"/>
              <a:ext cx="854909" cy="1343933"/>
              <a:chOff x="6163612" y="1966761"/>
              <a:chExt cx="2991257" cy="4702319"/>
            </a:xfrm>
          </p:grpSpPr>
          <p:sp>
            <p:nvSpPr>
              <p:cNvPr id="12" name="자유형: 도형 69">
                <a:extLst>
                  <a:ext uri="{FF2B5EF4-FFF2-40B4-BE49-F238E27FC236}">
                    <a16:creationId xmlns:a16="http://schemas.microsoft.com/office/drawing/2014/main" id="{2F35C26A-076B-41A0-93EE-EC55E25C5F9F}"/>
                  </a:ext>
                </a:extLst>
              </p:cNvPr>
              <p:cNvSpPr/>
              <p:nvPr/>
            </p:nvSpPr>
            <p:spPr>
              <a:xfrm>
                <a:off x="6316187" y="2135206"/>
                <a:ext cx="2653352" cy="2896349"/>
              </a:xfrm>
              <a:custGeom>
                <a:avLst/>
                <a:gdLst>
                  <a:gd name="connsiteX0" fmla="*/ 1146409 w 2292818"/>
                  <a:gd name="connsiteY0" fmla="*/ 0 h 2502797"/>
                  <a:gd name="connsiteX1" fmla="*/ 2292818 w 2292818"/>
                  <a:gd name="connsiteY1" fmla="*/ 1146409 h 2502797"/>
                  <a:gd name="connsiteX2" fmla="*/ 1692856 w 2292818"/>
                  <a:gd name="connsiteY2" fmla="*/ 2154453 h 2502797"/>
                  <a:gd name="connsiteX3" fmla="*/ 1686333 w 2292818"/>
                  <a:gd name="connsiteY3" fmla="*/ 2157595 h 2502797"/>
                  <a:gd name="connsiteX4" fmla="*/ 1625204 w 2292818"/>
                  <a:gd name="connsiteY4" fmla="*/ 2502797 h 2502797"/>
                  <a:gd name="connsiteX5" fmla="*/ 690116 w 2292818"/>
                  <a:gd name="connsiteY5" fmla="*/ 2502797 h 2502797"/>
                  <a:gd name="connsiteX6" fmla="*/ 631086 w 2292818"/>
                  <a:gd name="connsiteY6" fmla="*/ 2169446 h 2502797"/>
                  <a:gd name="connsiteX7" fmla="*/ 599963 w 2292818"/>
                  <a:gd name="connsiteY7" fmla="*/ 2154453 h 2502797"/>
                  <a:gd name="connsiteX8" fmla="*/ 0 w 2292818"/>
                  <a:gd name="connsiteY8" fmla="*/ 1146409 h 2502797"/>
                  <a:gd name="connsiteX9" fmla="*/ 1146409 w 2292818"/>
                  <a:gd name="connsiteY9" fmla="*/ 0 h 2502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92818" h="2502797">
                    <a:moveTo>
                      <a:pt x="1146409" y="0"/>
                    </a:moveTo>
                    <a:cubicBezTo>
                      <a:pt x="1779553" y="0"/>
                      <a:pt x="2292818" y="513265"/>
                      <a:pt x="2292818" y="1146409"/>
                    </a:cubicBezTo>
                    <a:cubicBezTo>
                      <a:pt x="2292818" y="1581696"/>
                      <a:pt x="2050220" y="1960321"/>
                      <a:pt x="1692856" y="2154453"/>
                    </a:cubicBezTo>
                    <a:lnTo>
                      <a:pt x="1686333" y="2157595"/>
                    </a:lnTo>
                    <a:lnTo>
                      <a:pt x="1625204" y="2502797"/>
                    </a:lnTo>
                    <a:lnTo>
                      <a:pt x="690116" y="2502797"/>
                    </a:lnTo>
                    <a:lnTo>
                      <a:pt x="631086" y="2169446"/>
                    </a:lnTo>
                    <a:lnTo>
                      <a:pt x="599963" y="2154453"/>
                    </a:lnTo>
                    <a:cubicBezTo>
                      <a:pt x="242598" y="1960321"/>
                      <a:pt x="0" y="1581696"/>
                      <a:pt x="0" y="1146409"/>
                    </a:cubicBezTo>
                    <a:cubicBezTo>
                      <a:pt x="0" y="513265"/>
                      <a:pt x="513265" y="0"/>
                      <a:pt x="1146409" y="0"/>
                    </a:cubicBezTo>
                    <a:close/>
                  </a:path>
                </a:pathLst>
              </a:cu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3" name="자유형: 도형 79">
                <a:extLst>
                  <a:ext uri="{FF2B5EF4-FFF2-40B4-BE49-F238E27FC236}">
                    <a16:creationId xmlns:a16="http://schemas.microsoft.com/office/drawing/2014/main" id="{921E3603-138A-4A31-B39E-1C6704BF69E3}"/>
                  </a:ext>
                </a:extLst>
              </p:cNvPr>
              <p:cNvSpPr>
                <a:spLocks noChangeAspect="1"/>
              </p:cNvSpPr>
              <p:nvPr/>
            </p:nvSpPr>
            <p:spPr>
              <a:xfrm>
                <a:off x="6163612" y="1966761"/>
                <a:ext cx="2991257" cy="4702319"/>
              </a:xfrm>
              <a:custGeom>
                <a:avLst/>
                <a:gdLst>
                  <a:gd name="connsiteX0" fmla="*/ 951056 w 2991257"/>
                  <a:gd name="connsiteY0" fmla="*/ 4310393 h 4702319"/>
                  <a:gd name="connsiteX1" fmla="*/ 2052826 w 2991257"/>
                  <a:gd name="connsiteY1" fmla="*/ 4310393 h 4702319"/>
                  <a:gd name="connsiteX2" fmla="*/ 2052826 w 2991257"/>
                  <a:gd name="connsiteY2" fmla="*/ 4506356 h 4702319"/>
                  <a:gd name="connsiteX3" fmla="*/ 1501941 w 2991257"/>
                  <a:gd name="connsiteY3" fmla="*/ 4702319 h 4702319"/>
                  <a:gd name="connsiteX4" fmla="*/ 951056 w 2991257"/>
                  <a:gd name="connsiteY4" fmla="*/ 4506356 h 4702319"/>
                  <a:gd name="connsiteX5" fmla="*/ 953472 w 2991257"/>
                  <a:gd name="connsiteY5" fmla="*/ 3978828 h 4702319"/>
                  <a:gd name="connsiteX6" fmla="*/ 2050412 w 2991257"/>
                  <a:gd name="connsiteY6" fmla="*/ 3978828 h 4702319"/>
                  <a:gd name="connsiteX7" fmla="*/ 2152988 w 2991257"/>
                  <a:gd name="connsiteY7" fmla="*/ 4079172 h 4702319"/>
                  <a:gd name="connsiteX8" fmla="*/ 2152988 w 2991257"/>
                  <a:gd name="connsiteY8" fmla="*/ 4123466 h 4702319"/>
                  <a:gd name="connsiteX9" fmla="*/ 2050412 w 2991257"/>
                  <a:gd name="connsiteY9" fmla="*/ 4223810 h 4702319"/>
                  <a:gd name="connsiteX10" fmla="*/ 953472 w 2991257"/>
                  <a:gd name="connsiteY10" fmla="*/ 4223810 h 4702319"/>
                  <a:gd name="connsiteX11" fmla="*/ 850896 w 2991257"/>
                  <a:gd name="connsiteY11" fmla="*/ 4123466 h 4702319"/>
                  <a:gd name="connsiteX12" fmla="*/ 850896 w 2991257"/>
                  <a:gd name="connsiteY12" fmla="*/ 4079172 h 4702319"/>
                  <a:gd name="connsiteX13" fmla="*/ 953472 w 2991257"/>
                  <a:gd name="connsiteY13" fmla="*/ 3978828 h 4702319"/>
                  <a:gd name="connsiteX14" fmla="*/ 903390 w 2991257"/>
                  <a:gd name="connsiteY14" fmla="*/ 3647264 h 4702319"/>
                  <a:gd name="connsiteX15" fmla="*/ 2100491 w 2991257"/>
                  <a:gd name="connsiteY15" fmla="*/ 3647264 h 4702319"/>
                  <a:gd name="connsiteX16" fmla="*/ 2203068 w 2991257"/>
                  <a:gd name="connsiteY16" fmla="*/ 3747607 h 4702319"/>
                  <a:gd name="connsiteX17" fmla="*/ 2203068 w 2991257"/>
                  <a:gd name="connsiteY17" fmla="*/ 3791900 h 4702319"/>
                  <a:gd name="connsiteX18" fmla="*/ 2100491 w 2991257"/>
                  <a:gd name="connsiteY18" fmla="*/ 3892244 h 4702319"/>
                  <a:gd name="connsiteX19" fmla="*/ 903390 w 2991257"/>
                  <a:gd name="connsiteY19" fmla="*/ 3892244 h 4702319"/>
                  <a:gd name="connsiteX20" fmla="*/ 800815 w 2991257"/>
                  <a:gd name="connsiteY20" fmla="*/ 3791900 h 4702319"/>
                  <a:gd name="connsiteX21" fmla="*/ 800815 w 2991257"/>
                  <a:gd name="connsiteY21" fmla="*/ 3747607 h 4702319"/>
                  <a:gd name="connsiteX22" fmla="*/ 903390 w 2991257"/>
                  <a:gd name="connsiteY22" fmla="*/ 3647264 h 4702319"/>
                  <a:gd name="connsiteX23" fmla="*/ 853310 w 2991257"/>
                  <a:gd name="connsiteY23" fmla="*/ 3315698 h 4702319"/>
                  <a:gd name="connsiteX24" fmla="*/ 2150572 w 2991257"/>
                  <a:gd name="connsiteY24" fmla="*/ 3315698 h 4702319"/>
                  <a:gd name="connsiteX25" fmla="*/ 2253147 w 2991257"/>
                  <a:gd name="connsiteY25" fmla="*/ 3416042 h 4702319"/>
                  <a:gd name="connsiteX26" fmla="*/ 2253147 w 2991257"/>
                  <a:gd name="connsiteY26" fmla="*/ 3460336 h 4702319"/>
                  <a:gd name="connsiteX27" fmla="*/ 2150572 w 2991257"/>
                  <a:gd name="connsiteY27" fmla="*/ 3560680 h 4702319"/>
                  <a:gd name="connsiteX28" fmla="*/ 853310 w 2991257"/>
                  <a:gd name="connsiteY28" fmla="*/ 3560680 h 4702319"/>
                  <a:gd name="connsiteX29" fmla="*/ 750733 w 2991257"/>
                  <a:gd name="connsiteY29" fmla="*/ 3460336 h 4702319"/>
                  <a:gd name="connsiteX30" fmla="*/ 750733 w 2991257"/>
                  <a:gd name="connsiteY30" fmla="*/ 3416042 h 4702319"/>
                  <a:gd name="connsiteX31" fmla="*/ 853310 w 2991257"/>
                  <a:gd name="connsiteY31" fmla="*/ 3315698 h 4702319"/>
                  <a:gd name="connsiteX32" fmla="*/ 1386722 w 2991257"/>
                  <a:gd name="connsiteY32" fmla="*/ 1558904 h 4702319"/>
                  <a:gd name="connsiteX33" fmla="*/ 1267488 w 2991257"/>
                  <a:gd name="connsiteY33" fmla="*/ 1609721 h 4702319"/>
                  <a:gd name="connsiteX34" fmla="*/ 1167563 w 2991257"/>
                  <a:gd name="connsiteY34" fmla="*/ 1572653 h 4702319"/>
                  <a:gd name="connsiteX35" fmla="*/ 1400707 w 2991257"/>
                  <a:gd name="connsiteY35" fmla="*/ 3012633 h 4702319"/>
                  <a:gd name="connsiteX36" fmla="*/ 1492336 w 2991257"/>
                  <a:gd name="connsiteY36" fmla="*/ 3011914 h 4702319"/>
                  <a:gd name="connsiteX37" fmla="*/ 1492336 w 2991257"/>
                  <a:gd name="connsiteY37" fmla="*/ 3011864 h 4702319"/>
                  <a:gd name="connsiteX38" fmla="*/ 1495631 w 2991257"/>
                  <a:gd name="connsiteY38" fmla="*/ 3011889 h 4702319"/>
                  <a:gd name="connsiteX39" fmla="*/ 1498923 w 2991257"/>
                  <a:gd name="connsiteY39" fmla="*/ 3011864 h 4702319"/>
                  <a:gd name="connsiteX40" fmla="*/ 1498923 w 2991257"/>
                  <a:gd name="connsiteY40" fmla="*/ 3011914 h 4702319"/>
                  <a:gd name="connsiteX41" fmla="*/ 1589466 w 2991257"/>
                  <a:gd name="connsiteY41" fmla="*/ 3012625 h 4702319"/>
                  <a:gd name="connsiteX42" fmla="*/ 1819775 w 2991257"/>
                  <a:gd name="connsiteY42" fmla="*/ 1590148 h 4702319"/>
                  <a:gd name="connsiteX43" fmla="*/ 1744424 w 2991257"/>
                  <a:gd name="connsiteY43" fmla="*/ 1609721 h 4702319"/>
                  <a:gd name="connsiteX44" fmla="*/ 1625191 w 2991257"/>
                  <a:gd name="connsiteY44" fmla="*/ 1558904 h 4702319"/>
                  <a:gd name="connsiteX45" fmla="*/ 1505957 w 2991257"/>
                  <a:gd name="connsiteY45" fmla="*/ 1609721 h 4702319"/>
                  <a:gd name="connsiteX46" fmla="*/ 1386722 w 2991257"/>
                  <a:gd name="connsiteY46" fmla="*/ 1558904 h 4702319"/>
                  <a:gd name="connsiteX47" fmla="*/ 1492336 w 2991257"/>
                  <a:gd name="connsiteY47" fmla="*/ 296022 h 4702319"/>
                  <a:gd name="connsiteX48" fmla="*/ 274831 w 2991257"/>
                  <a:gd name="connsiteY48" fmla="*/ 1488534 h 4702319"/>
                  <a:gd name="connsiteX49" fmla="*/ 855798 w 2991257"/>
                  <a:gd name="connsiteY49" fmla="*/ 2574654 h 4702319"/>
                  <a:gd name="connsiteX50" fmla="*/ 1010657 w 2991257"/>
                  <a:gd name="connsiteY50" fmla="*/ 2878465 h 4702319"/>
                  <a:gd name="connsiteX51" fmla="*/ 1099844 w 2991257"/>
                  <a:gd name="connsiteY51" fmla="*/ 3014995 h 4702319"/>
                  <a:gd name="connsiteX52" fmla="*/ 1178890 w 2991257"/>
                  <a:gd name="connsiteY52" fmla="*/ 3014374 h 4702319"/>
                  <a:gd name="connsiteX53" fmla="*/ 912952 w 2991257"/>
                  <a:gd name="connsiteY53" fmla="*/ 1371837 h 4702319"/>
                  <a:gd name="connsiteX54" fmla="*/ 1002548 w 2991257"/>
                  <a:gd name="connsiteY54" fmla="*/ 1251201 h 4702319"/>
                  <a:gd name="connsiteX55" fmla="*/ 1006296 w 2991257"/>
                  <a:gd name="connsiteY55" fmla="*/ 1250621 h 4702319"/>
                  <a:gd name="connsiteX56" fmla="*/ 1124040 w 2991257"/>
                  <a:gd name="connsiteY56" fmla="*/ 1323612 h 4702319"/>
                  <a:gd name="connsiteX57" fmla="*/ 1267488 w 2991257"/>
                  <a:gd name="connsiteY57" fmla="*/ 1239026 h 4702319"/>
                  <a:gd name="connsiteX58" fmla="*/ 1386722 w 2991257"/>
                  <a:gd name="connsiteY58" fmla="*/ 1289845 h 4702319"/>
                  <a:gd name="connsiteX59" fmla="*/ 1505957 w 2991257"/>
                  <a:gd name="connsiteY59" fmla="*/ 1239026 h 4702319"/>
                  <a:gd name="connsiteX60" fmla="*/ 1625191 w 2991257"/>
                  <a:gd name="connsiteY60" fmla="*/ 1289845 h 4702319"/>
                  <a:gd name="connsiteX61" fmla="*/ 1744424 w 2991257"/>
                  <a:gd name="connsiteY61" fmla="*/ 1239026 h 4702319"/>
                  <a:gd name="connsiteX62" fmla="*/ 1873330 w 2991257"/>
                  <a:gd name="connsiteY62" fmla="*/ 1300835 h 4702319"/>
                  <a:gd name="connsiteX63" fmla="*/ 1984961 w 2991257"/>
                  <a:gd name="connsiteY63" fmla="*/ 1243910 h 4702319"/>
                  <a:gd name="connsiteX64" fmla="*/ 1988709 w 2991257"/>
                  <a:gd name="connsiteY64" fmla="*/ 1244491 h 4702319"/>
                  <a:gd name="connsiteX65" fmla="*/ 2078307 w 2991257"/>
                  <a:gd name="connsiteY65" fmla="*/ 1365125 h 4702319"/>
                  <a:gd name="connsiteX66" fmla="*/ 1811283 w 2991257"/>
                  <a:gd name="connsiteY66" fmla="*/ 3014366 h 4702319"/>
                  <a:gd name="connsiteX67" fmla="*/ 1891413 w 2991257"/>
                  <a:gd name="connsiteY67" fmla="*/ 3014995 h 4702319"/>
                  <a:gd name="connsiteX68" fmla="*/ 1980600 w 2991257"/>
                  <a:gd name="connsiteY68" fmla="*/ 2878465 h 4702319"/>
                  <a:gd name="connsiteX69" fmla="*/ 2135459 w 2991257"/>
                  <a:gd name="connsiteY69" fmla="*/ 2574654 h 4702319"/>
                  <a:gd name="connsiteX70" fmla="*/ 2716427 w 2991257"/>
                  <a:gd name="connsiteY70" fmla="*/ 1488534 h 4702319"/>
                  <a:gd name="connsiteX71" fmla="*/ 1498923 w 2991257"/>
                  <a:gd name="connsiteY71" fmla="*/ 296022 h 4702319"/>
                  <a:gd name="connsiteX72" fmla="*/ 1498923 w 2991257"/>
                  <a:gd name="connsiteY72" fmla="*/ 296319 h 4702319"/>
                  <a:gd name="connsiteX73" fmla="*/ 1495631 w 2991257"/>
                  <a:gd name="connsiteY73" fmla="*/ 296070 h 4702319"/>
                  <a:gd name="connsiteX74" fmla="*/ 1492336 w 2991257"/>
                  <a:gd name="connsiteY74" fmla="*/ 296319 h 4702319"/>
                  <a:gd name="connsiteX75" fmla="*/ 1492826 w 2991257"/>
                  <a:gd name="connsiteY75" fmla="*/ 0 h 4702319"/>
                  <a:gd name="connsiteX76" fmla="*/ 1495631 w 2991257"/>
                  <a:gd name="connsiteY76" fmla="*/ 211 h 4702319"/>
                  <a:gd name="connsiteX77" fmla="*/ 1498432 w 2991257"/>
                  <a:gd name="connsiteY77" fmla="*/ 0 h 4702319"/>
                  <a:gd name="connsiteX78" fmla="*/ 2991257 w 2991257"/>
                  <a:gd name="connsiteY78" fmla="*/ 1460348 h 4702319"/>
                  <a:gd name="connsiteX79" fmla="*/ 2279478 w 2991257"/>
                  <a:gd name="connsiteY79" fmla="*/ 2790647 h 4702319"/>
                  <a:gd name="connsiteX80" fmla="*/ 2207246 w 2991257"/>
                  <a:gd name="connsiteY80" fmla="*/ 3088369 h 4702319"/>
                  <a:gd name="connsiteX81" fmla="*/ 2016213 w 2991257"/>
                  <a:gd name="connsiteY81" fmla="*/ 3228140 h 4702319"/>
                  <a:gd name="connsiteX82" fmla="*/ 1495631 w 2991257"/>
                  <a:gd name="connsiteY82" fmla="*/ 3226317 h 4702319"/>
                  <a:gd name="connsiteX83" fmla="*/ 975044 w 2991257"/>
                  <a:gd name="connsiteY83" fmla="*/ 3228140 h 4702319"/>
                  <a:gd name="connsiteX84" fmla="*/ 784011 w 2991257"/>
                  <a:gd name="connsiteY84" fmla="*/ 3088369 h 4702319"/>
                  <a:gd name="connsiteX85" fmla="*/ 711780 w 2991257"/>
                  <a:gd name="connsiteY85" fmla="*/ 2790647 h 4702319"/>
                  <a:gd name="connsiteX86" fmla="*/ 0 w 2991257"/>
                  <a:gd name="connsiteY86" fmla="*/ 1460348 h 4702319"/>
                  <a:gd name="connsiteX87" fmla="*/ 1492826 w 2991257"/>
                  <a:gd name="connsiteY87" fmla="*/ 0 h 4702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2991257" h="4702319">
                    <a:moveTo>
                      <a:pt x="951056" y="4310393"/>
                    </a:moveTo>
                    <a:lnTo>
                      <a:pt x="2052826" y="4310393"/>
                    </a:lnTo>
                    <a:lnTo>
                      <a:pt x="2052826" y="4506356"/>
                    </a:lnTo>
                    <a:cubicBezTo>
                      <a:pt x="2052826" y="4614583"/>
                      <a:pt x="1806188" y="4702319"/>
                      <a:pt x="1501941" y="4702319"/>
                    </a:cubicBezTo>
                    <a:cubicBezTo>
                      <a:pt x="1197696" y="4702319"/>
                      <a:pt x="951056" y="4614583"/>
                      <a:pt x="951056" y="4506356"/>
                    </a:cubicBezTo>
                    <a:close/>
                    <a:moveTo>
                      <a:pt x="953472" y="3978828"/>
                    </a:moveTo>
                    <a:lnTo>
                      <a:pt x="2050412" y="3978828"/>
                    </a:lnTo>
                    <a:cubicBezTo>
                      <a:pt x="2107063" y="3978828"/>
                      <a:pt x="2152988" y="4023754"/>
                      <a:pt x="2152988" y="4079172"/>
                    </a:cubicBezTo>
                    <a:lnTo>
                      <a:pt x="2152988" y="4123466"/>
                    </a:lnTo>
                    <a:cubicBezTo>
                      <a:pt x="2152988" y="4178882"/>
                      <a:pt x="2107063" y="4223810"/>
                      <a:pt x="2050412" y="4223810"/>
                    </a:cubicBezTo>
                    <a:lnTo>
                      <a:pt x="953472" y="4223810"/>
                    </a:lnTo>
                    <a:cubicBezTo>
                      <a:pt x="896821" y="4223810"/>
                      <a:pt x="850896" y="4178882"/>
                      <a:pt x="850896" y="4123466"/>
                    </a:cubicBezTo>
                    <a:lnTo>
                      <a:pt x="850896" y="4079172"/>
                    </a:lnTo>
                    <a:cubicBezTo>
                      <a:pt x="850896" y="4023754"/>
                      <a:pt x="896821" y="3978828"/>
                      <a:pt x="953472" y="3978828"/>
                    </a:cubicBezTo>
                    <a:close/>
                    <a:moveTo>
                      <a:pt x="903390" y="3647264"/>
                    </a:moveTo>
                    <a:lnTo>
                      <a:pt x="2100491" y="3647264"/>
                    </a:lnTo>
                    <a:cubicBezTo>
                      <a:pt x="2157143" y="3647264"/>
                      <a:pt x="2203068" y="3692189"/>
                      <a:pt x="2203068" y="3747607"/>
                    </a:cubicBezTo>
                    <a:lnTo>
                      <a:pt x="2203068" y="3791900"/>
                    </a:lnTo>
                    <a:cubicBezTo>
                      <a:pt x="2203068" y="3847318"/>
                      <a:pt x="2157143" y="3892244"/>
                      <a:pt x="2100491" y="3892244"/>
                    </a:cubicBezTo>
                    <a:lnTo>
                      <a:pt x="903390" y="3892244"/>
                    </a:lnTo>
                    <a:cubicBezTo>
                      <a:pt x="846740" y="3892244"/>
                      <a:pt x="800815" y="3847318"/>
                      <a:pt x="800815" y="3791900"/>
                    </a:cubicBezTo>
                    <a:lnTo>
                      <a:pt x="800815" y="3747607"/>
                    </a:lnTo>
                    <a:cubicBezTo>
                      <a:pt x="800815" y="3692189"/>
                      <a:pt x="846740" y="3647264"/>
                      <a:pt x="903390" y="3647264"/>
                    </a:cubicBezTo>
                    <a:close/>
                    <a:moveTo>
                      <a:pt x="853310" y="3315698"/>
                    </a:moveTo>
                    <a:lnTo>
                      <a:pt x="2150572" y="3315698"/>
                    </a:lnTo>
                    <a:cubicBezTo>
                      <a:pt x="2207223" y="3315698"/>
                      <a:pt x="2253147" y="3360624"/>
                      <a:pt x="2253147" y="3416042"/>
                    </a:cubicBezTo>
                    <a:lnTo>
                      <a:pt x="2253147" y="3460336"/>
                    </a:lnTo>
                    <a:cubicBezTo>
                      <a:pt x="2253147" y="3515753"/>
                      <a:pt x="2207223" y="3560680"/>
                      <a:pt x="2150572" y="3560680"/>
                    </a:cubicBezTo>
                    <a:lnTo>
                      <a:pt x="853310" y="3560680"/>
                    </a:lnTo>
                    <a:cubicBezTo>
                      <a:pt x="796658" y="3560680"/>
                      <a:pt x="750733" y="3515753"/>
                      <a:pt x="750733" y="3460336"/>
                    </a:cubicBezTo>
                    <a:lnTo>
                      <a:pt x="750733" y="3416042"/>
                    </a:lnTo>
                    <a:cubicBezTo>
                      <a:pt x="750733" y="3360624"/>
                      <a:pt x="796658" y="3315698"/>
                      <a:pt x="853310" y="3315698"/>
                    </a:cubicBezTo>
                    <a:close/>
                    <a:moveTo>
                      <a:pt x="1386722" y="1558904"/>
                    </a:moveTo>
                    <a:cubicBezTo>
                      <a:pt x="1356097" y="1590701"/>
                      <a:pt x="1313897" y="1609721"/>
                      <a:pt x="1267488" y="1609721"/>
                    </a:cubicBezTo>
                    <a:cubicBezTo>
                      <a:pt x="1229461" y="1609721"/>
                      <a:pt x="1194258" y="1596950"/>
                      <a:pt x="1167563" y="1572653"/>
                    </a:cubicBezTo>
                    <a:lnTo>
                      <a:pt x="1400707" y="3012633"/>
                    </a:lnTo>
                    <a:lnTo>
                      <a:pt x="1492336" y="3011914"/>
                    </a:lnTo>
                    <a:lnTo>
                      <a:pt x="1492336" y="3011864"/>
                    </a:lnTo>
                    <a:lnTo>
                      <a:pt x="1495631" y="3011889"/>
                    </a:lnTo>
                    <a:lnTo>
                      <a:pt x="1498923" y="3011864"/>
                    </a:lnTo>
                    <a:lnTo>
                      <a:pt x="1498923" y="3011914"/>
                    </a:lnTo>
                    <a:lnTo>
                      <a:pt x="1589466" y="3012625"/>
                    </a:lnTo>
                    <a:lnTo>
                      <a:pt x="1819775" y="1590148"/>
                    </a:lnTo>
                    <a:cubicBezTo>
                      <a:pt x="1797467" y="1603167"/>
                      <a:pt x="1771670" y="1609721"/>
                      <a:pt x="1744424" y="1609721"/>
                    </a:cubicBezTo>
                    <a:cubicBezTo>
                      <a:pt x="1698015" y="1609721"/>
                      <a:pt x="1655815" y="1590701"/>
                      <a:pt x="1625191" y="1558904"/>
                    </a:cubicBezTo>
                    <a:cubicBezTo>
                      <a:pt x="1594564" y="1590701"/>
                      <a:pt x="1552364" y="1609721"/>
                      <a:pt x="1505957" y="1609721"/>
                    </a:cubicBezTo>
                    <a:cubicBezTo>
                      <a:pt x="1459548" y="1609721"/>
                      <a:pt x="1417348" y="1590701"/>
                      <a:pt x="1386722" y="1558904"/>
                    </a:cubicBezTo>
                    <a:close/>
                    <a:moveTo>
                      <a:pt x="1492336" y="296022"/>
                    </a:moveTo>
                    <a:cubicBezTo>
                      <a:pt x="819777" y="296795"/>
                      <a:pt x="274831" y="830410"/>
                      <a:pt x="274831" y="1488534"/>
                    </a:cubicBezTo>
                    <a:cubicBezTo>
                      <a:pt x="274831" y="1934058"/>
                      <a:pt x="599874" y="2373770"/>
                      <a:pt x="855798" y="2574654"/>
                    </a:cubicBezTo>
                    <a:cubicBezTo>
                      <a:pt x="972489" y="2706724"/>
                      <a:pt x="963238" y="2709431"/>
                      <a:pt x="1010657" y="2878465"/>
                    </a:cubicBezTo>
                    <a:cubicBezTo>
                      <a:pt x="1029549" y="2996988"/>
                      <a:pt x="991277" y="3008834"/>
                      <a:pt x="1099844" y="3014995"/>
                    </a:cubicBezTo>
                    <a:lnTo>
                      <a:pt x="1178890" y="3014374"/>
                    </a:lnTo>
                    <a:lnTo>
                      <a:pt x="912952" y="1371837"/>
                    </a:lnTo>
                    <a:cubicBezTo>
                      <a:pt x="903639" y="1314321"/>
                      <a:pt x="943753" y="1260311"/>
                      <a:pt x="1002548" y="1251201"/>
                    </a:cubicBezTo>
                    <a:lnTo>
                      <a:pt x="1006296" y="1250621"/>
                    </a:lnTo>
                    <a:cubicBezTo>
                      <a:pt x="1059733" y="1242341"/>
                      <a:pt x="1110210" y="1274002"/>
                      <a:pt x="1124040" y="1323612"/>
                    </a:cubicBezTo>
                    <a:cubicBezTo>
                      <a:pt x="1152654" y="1271953"/>
                      <a:pt x="1206429" y="1239026"/>
                      <a:pt x="1267488" y="1239026"/>
                    </a:cubicBezTo>
                    <a:cubicBezTo>
                      <a:pt x="1313897" y="1239026"/>
                      <a:pt x="1356097" y="1258048"/>
                      <a:pt x="1386722" y="1289845"/>
                    </a:cubicBezTo>
                    <a:cubicBezTo>
                      <a:pt x="1417348" y="1258048"/>
                      <a:pt x="1459548" y="1239026"/>
                      <a:pt x="1505957" y="1239026"/>
                    </a:cubicBezTo>
                    <a:cubicBezTo>
                      <a:pt x="1552364" y="1239026"/>
                      <a:pt x="1594564" y="1258048"/>
                      <a:pt x="1625191" y="1289845"/>
                    </a:cubicBezTo>
                    <a:cubicBezTo>
                      <a:pt x="1655815" y="1258048"/>
                      <a:pt x="1698015" y="1239026"/>
                      <a:pt x="1744424" y="1239026"/>
                    </a:cubicBezTo>
                    <a:cubicBezTo>
                      <a:pt x="1795987" y="1239026"/>
                      <a:pt x="1842359" y="1262509"/>
                      <a:pt x="1873330" y="1300835"/>
                    </a:cubicBezTo>
                    <a:cubicBezTo>
                      <a:pt x="1892646" y="1260564"/>
                      <a:pt x="1937643" y="1236578"/>
                      <a:pt x="1984961" y="1243910"/>
                    </a:cubicBezTo>
                    <a:lnTo>
                      <a:pt x="1988709" y="1244491"/>
                    </a:lnTo>
                    <a:cubicBezTo>
                      <a:pt x="2047506" y="1253600"/>
                      <a:pt x="2087618" y="1307610"/>
                      <a:pt x="2078307" y="1365125"/>
                    </a:cubicBezTo>
                    <a:lnTo>
                      <a:pt x="1811283" y="3014366"/>
                    </a:lnTo>
                    <a:lnTo>
                      <a:pt x="1891413" y="3014995"/>
                    </a:lnTo>
                    <a:cubicBezTo>
                      <a:pt x="1999980" y="3008834"/>
                      <a:pt x="1961709" y="2996988"/>
                      <a:pt x="1980600" y="2878465"/>
                    </a:cubicBezTo>
                    <a:cubicBezTo>
                      <a:pt x="2028019" y="2709431"/>
                      <a:pt x="2018769" y="2706724"/>
                      <a:pt x="2135459" y="2574654"/>
                    </a:cubicBezTo>
                    <a:cubicBezTo>
                      <a:pt x="2391383" y="2373770"/>
                      <a:pt x="2716427" y="1934058"/>
                      <a:pt x="2716427" y="1488534"/>
                    </a:cubicBezTo>
                    <a:cubicBezTo>
                      <a:pt x="2716427" y="830410"/>
                      <a:pt x="2171481" y="296795"/>
                      <a:pt x="1498923" y="296022"/>
                    </a:cubicBezTo>
                    <a:lnTo>
                      <a:pt x="1498923" y="296319"/>
                    </a:lnTo>
                    <a:lnTo>
                      <a:pt x="1495631" y="296070"/>
                    </a:lnTo>
                    <a:lnTo>
                      <a:pt x="1492336" y="296319"/>
                    </a:lnTo>
                    <a:close/>
                    <a:moveTo>
                      <a:pt x="1492826" y="0"/>
                    </a:moveTo>
                    <a:lnTo>
                      <a:pt x="1495631" y="211"/>
                    </a:lnTo>
                    <a:lnTo>
                      <a:pt x="1498432" y="0"/>
                    </a:lnTo>
                    <a:cubicBezTo>
                      <a:pt x="2322897" y="0"/>
                      <a:pt x="2991257" y="653819"/>
                      <a:pt x="2991257" y="1460348"/>
                    </a:cubicBezTo>
                    <a:cubicBezTo>
                      <a:pt x="2991257" y="2006129"/>
                      <a:pt x="2592903" y="2544781"/>
                      <a:pt x="2279478" y="2790647"/>
                    </a:cubicBezTo>
                    <a:cubicBezTo>
                      <a:pt x="2186103" y="2895884"/>
                      <a:pt x="2227311" y="2951181"/>
                      <a:pt x="2207246" y="3088369"/>
                    </a:cubicBezTo>
                    <a:cubicBezTo>
                      <a:pt x="2155081" y="3194275"/>
                      <a:pt x="2108422" y="3228140"/>
                      <a:pt x="2016213" y="3228140"/>
                    </a:cubicBezTo>
                    <a:lnTo>
                      <a:pt x="1495631" y="3226317"/>
                    </a:lnTo>
                    <a:lnTo>
                      <a:pt x="975044" y="3228140"/>
                    </a:lnTo>
                    <a:cubicBezTo>
                      <a:pt x="882838" y="3228140"/>
                      <a:pt x="836177" y="3194275"/>
                      <a:pt x="784011" y="3088369"/>
                    </a:cubicBezTo>
                    <a:cubicBezTo>
                      <a:pt x="763946" y="2951181"/>
                      <a:pt x="805155" y="2895884"/>
                      <a:pt x="711780" y="2790647"/>
                    </a:cubicBezTo>
                    <a:cubicBezTo>
                      <a:pt x="398354" y="2544781"/>
                      <a:pt x="0" y="2006129"/>
                      <a:pt x="0" y="1460348"/>
                    </a:cubicBezTo>
                    <a:cubicBezTo>
                      <a:pt x="0" y="653819"/>
                      <a:pt x="668362" y="0"/>
                      <a:pt x="1492826" y="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sz="2701"/>
              </a:p>
            </p:txBody>
          </p:sp>
        </p:grpSp>
      </p:grpSp>
      <p:sp>
        <p:nvSpPr>
          <p:cNvPr id="25" name="TextBox 24">
            <a:extLst>
              <a:ext uri="{FF2B5EF4-FFF2-40B4-BE49-F238E27FC236}">
                <a16:creationId xmlns:a16="http://schemas.microsoft.com/office/drawing/2014/main" id="{0BC71DA7-59C0-1A83-9C71-392AC1D58804}"/>
              </a:ext>
            </a:extLst>
          </p:cNvPr>
          <p:cNvSpPr txBox="1"/>
          <p:nvPr/>
        </p:nvSpPr>
        <p:spPr>
          <a:xfrm>
            <a:off x="255368" y="6347633"/>
            <a:ext cx="2855168" cy="369332"/>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dirty="0">
                <a:hlinkClick r:id="rId3"/>
              </a:rPr>
              <a:t>BASE REASEARCH PAPER</a:t>
            </a:r>
            <a:endParaRPr lang="en-IN" dirty="0"/>
          </a:p>
        </p:txBody>
      </p:sp>
      <p:sp>
        <p:nvSpPr>
          <p:cNvPr id="26" name="TextBox 25">
            <a:extLst>
              <a:ext uri="{FF2B5EF4-FFF2-40B4-BE49-F238E27FC236}">
                <a16:creationId xmlns:a16="http://schemas.microsoft.com/office/drawing/2014/main" id="{22B1C320-F0DC-967E-A438-DA411DD9540E}"/>
              </a:ext>
            </a:extLst>
          </p:cNvPr>
          <p:cNvSpPr txBox="1"/>
          <p:nvPr/>
        </p:nvSpPr>
        <p:spPr>
          <a:xfrm>
            <a:off x="225821" y="5978301"/>
            <a:ext cx="3079922" cy="369332"/>
          </a:xfrm>
          <a:prstGeom prst="rect">
            <a:avLst/>
          </a:prstGeom>
        </p:spPr>
        <p:style>
          <a:lnRef idx="2">
            <a:schemeClr val="accent4"/>
          </a:lnRef>
          <a:fillRef idx="1">
            <a:schemeClr val="lt1"/>
          </a:fillRef>
          <a:effectRef idx="0">
            <a:schemeClr val="accent4"/>
          </a:effectRef>
          <a:fontRef idx="minor">
            <a:schemeClr val="dk1"/>
          </a:fontRef>
        </p:style>
        <p:txBody>
          <a:bodyPr wrap="square" rtlCol="0" anchor="ctr">
            <a:spAutoFit/>
          </a:bodyPr>
          <a:lstStyle/>
          <a:p>
            <a:r>
              <a:rPr lang="en-US" sz="1800" b="0" dirty="0">
                <a:hlinkClick r:id="rId4"/>
              </a:rPr>
              <a:t>Helmet_Detection_OCR_ANPR</a:t>
            </a:r>
            <a:endParaRPr lang="ko-KR" altLang="en-US" b="1" dirty="0">
              <a:solidFill>
                <a:srgbClr val="262626"/>
              </a:solidFill>
              <a:cs typeface="Arial" pitchFamily="34" charset="0"/>
            </a:endParaRPr>
          </a:p>
        </p:txBody>
      </p:sp>
      <p:sp>
        <p:nvSpPr>
          <p:cNvPr id="27" name="TextBox 26">
            <a:extLst>
              <a:ext uri="{FF2B5EF4-FFF2-40B4-BE49-F238E27FC236}">
                <a16:creationId xmlns:a16="http://schemas.microsoft.com/office/drawing/2014/main" id="{0FB281B9-0CC6-BB83-01DA-6496AEABD8D1}"/>
              </a:ext>
            </a:extLst>
          </p:cNvPr>
          <p:cNvSpPr txBox="1"/>
          <p:nvPr/>
        </p:nvSpPr>
        <p:spPr>
          <a:xfrm>
            <a:off x="255368" y="5652600"/>
            <a:ext cx="1996519" cy="369332"/>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dirty="0">
                <a:hlinkClick r:id="rId5"/>
              </a:rPr>
              <a:t>Project GitHub Link</a:t>
            </a:r>
            <a:endParaRPr lang="en-IN" dirty="0"/>
          </a:p>
        </p:txBody>
      </p:sp>
    </p:spTree>
    <p:extLst>
      <p:ext uri="{BB962C8B-B14F-4D97-AF65-F5344CB8AC3E}">
        <p14:creationId xmlns:p14="http://schemas.microsoft.com/office/powerpoint/2010/main" val="3778951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heel(1)">
                                      <p:cBhvr>
                                        <p:cTn id="7" dur="2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97858" y="475129"/>
            <a:ext cx="3218329" cy="584775"/>
          </a:xfrm>
          <a:prstGeom prst="rect">
            <a:avLst/>
          </a:prstGeom>
          <a:noFill/>
        </p:spPr>
        <p:txBody>
          <a:bodyPr wrap="square" rtlCol="0">
            <a:spAutoFit/>
          </a:bodyPr>
          <a:lstStyle/>
          <a:p>
            <a:r>
              <a:rPr lang="en-IN" sz="3200" b="1" spc="600" dirty="0">
                <a:solidFill>
                  <a:srgbClr val="EC6147"/>
                </a:solidFill>
              </a:rPr>
              <a:t>THANKS</a:t>
            </a:r>
            <a:endParaRPr lang="en-IN" sz="3200" spc="600" dirty="0">
              <a:solidFill>
                <a:srgbClr val="EC6147"/>
              </a:solidFill>
            </a:endParaRPr>
          </a:p>
        </p:txBody>
      </p:sp>
      <p:sp>
        <p:nvSpPr>
          <p:cNvPr id="3" name="TextBox 2"/>
          <p:cNvSpPr txBox="1"/>
          <p:nvPr/>
        </p:nvSpPr>
        <p:spPr>
          <a:xfrm>
            <a:off x="784003" y="1132813"/>
            <a:ext cx="9879106" cy="1569660"/>
          </a:xfrm>
          <a:prstGeom prst="rect">
            <a:avLst/>
          </a:prstGeom>
          <a:noFill/>
        </p:spPr>
        <p:txBody>
          <a:bodyPr wrap="square" rtlCol="0">
            <a:spAutoFit/>
          </a:bodyPr>
          <a:lstStyle/>
          <a:p>
            <a:pPr algn="just"/>
            <a:r>
              <a:rPr lang="en-IN" sz="2400" dirty="0"/>
              <a:t>We, are thankful to our beloved HODs  for their fruitful guidance.</a:t>
            </a:r>
          </a:p>
          <a:p>
            <a:pPr algn="just"/>
            <a:endParaRPr lang="en-IN" sz="2400" dirty="0"/>
          </a:p>
          <a:p>
            <a:pPr algn="just"/>
            <a:r>
              <a:rPr lang="en-IN" sz="2400" dirty="0"/>
              <a:t>We are also thankful to </a:t>
            </a:r>
            <a:r>
              <a:rPr lang="en-US" altLang="ko-KR" sz="2400" b="1" dirty="0">
                <a:solidFill>
                  <a:srgbClr val="262626"/>
                </a:solidFill>
                <a:cs typeface="Arial" pitchFamily="34" charset="0"/>
              </a:rPr>
              <a:t>Prof. Priyanka Jain</a:t>
            </a:r>
            <a:r>
              <a:rPr lang="ko-KR" altLang="en-US" sz="2400" b="1" dirty="0">
                <a:solidFill>
                  <a:srgbClr val="262626"/>
                </a:solidFill>
                <a:cs typeface="Arial" pitchFamily="34" charset="0"/>
              </a:rPr>
              <a:t> </a:t>
            </a:r>
            <a:r>
              <a:rPr lang="en-IN" sz="2400" dirty="0"/>
              <a:t>&amp; </a:t>
            </a:r>
            <a:r>
              <a:rPr lang="en-IN" sz="2400" b="1" dirty="0"/>
              <a:t>Prof. Sandeep </a:t>
            </a:r>
            <a:r>
              <a:rPr lang="en-IN" sz="2400" b="1" dirty="0" err="1"/>
              <a:t>Rao</a:t>
            </a:r>
            <a:r>
              <a:rPr lang="en-IN" sz="2400" b="1" dirty="0"/>
              <a:t> </a:t>
            </a:r>
            <a:r>
              <a:rPr lang="en-IN" sz="2400" dirty="0"/>
              <a:t>for wonderful guidance  and help.</a:t>
            </a:r>
            <a:endParaRPr lang="en-IN" sz="2000" dirty="0"/>
          </a:p>
        </p:txBody>
      </p:sp>
      <p:pic>
        <p:nvPicPr>
          <p:cNvPr id="34818" name="Picture 2" descr="Words to Thank Volunteers | LoveToKnow"/>
          <p:cNvPicPr>
            <a:picLocks noChangeAspect="1" noChangeArrowheads="1"/>
          </p:cNvPicPr>
          <p:nvPr/>
        </p:nvPicPr>
        <p:blipFill>
          <a:blip r:embed="rId2" cstate="print"/>
          <a:srcRect/>
          <a:stretch>
            <a:fillRect/>
          </a:stretch>
        </p:blipFill>
        <p:spPr bwMode="auto">
          <a:xfrm>
            <a:off x="5543394" y="2359377"/>
            <a:ext cx="6528522" cy="4228035"/>
          </a:xfrm>
          <a:prstGeom prst="rect">
            <a:avLst/>
          </a:prstGeom>
          <a:noFill/>
        </p:spPr>
      </p:pic>
      <p:sp>
        <p:nvSpPr>
          <p:cNvPr id="4" name="TextBox 3">
            <a:extLst>
              <a:ext uri="{FF2B5EF4-FFF2-40B4-BE49-F238E27FC236}">
                <a16:creationId xmlns:a16="http://schemas.microsoft.com/office/drawing/2014/main" id="{8A612791-272F-557B-1FD0-CE2B1AEA8090}"/>
              </a:ext>
            </a:extLst>
          </p:cNvPr>
          <p:cNvSpPr txBox="1"/>
          <p:nvPr/>
        </p:nvSpPr>
        <p:spPr>
          <a:xfrm>
            <a:off x="784003" y="3244334"/>
            <a:ext cx="2855168" cy="369332"/>
          </a:xfrm>
          <a:prstGeom prst="rect">
            <a:avLst/>
          </a:prstGeom>
          <a:noFill/>
        </p:spPr>
        <p:txBody>
          <a:bodyPr wrap="square" rtlCol="0">
            <a:spAutoFit/>
          </a:bodyPr>
          <a:lstStyle/>
          <a:p>
            <a:r>
              <a:rPr lang="en-US" dirty="0">
                <a:hlinkClick r:id="rId3"/>
              </a:rPr>
              <a:t>BASE REASEARCH PAPER</a:t>
            </a:r>
            <a:endParaRPr lang="en-IN" dirty="0"/>
          </a:p>
        </p:txBody>
      </p:sp>
      <p:sp>
        <p:nvSpPr>
          <p:cNvPr id="5" name="TextBox 4">
            <a:extLst>
              <a:ext uri="{FF2B5EF4-FFF2-40B4-BE49-F238E27FC236}">
                <a16:creationId xmlns:a16="http://schemas.microsoft.com/office/drawing/2014/main" id="{697DA47C-9A99-7FC5-B6B2-32877DC77E83}"/>
              </a:ext>
            </a:extLst>
          </p:cNvPr>
          <p:cNvSpPr txBox="1"/>
          <p:nvPr/>
        </p:nvSpPr>
        <p:spPr>
          <a:xfrm>
            <a:off x="797858" y="3657600"/>
            <a:ext cx="3079922" cy="369332"/>
          </a:xfrm>
          <a:prstGeom prst="rect">
            <a:avLst/>
          </a:prstGeom>
          <a:noFill/>
        </p:spPr>
        <p:txBody>
          <a:bodyPr wrap="square" rtlCol="0" anchor="ctr">
            <a:spAutoFit/>
          </a:bodyPr>
          <a:lstStyle/>
          <a:p>
            <a:r>
              <a:rPr lang="en-US" sz="1800" b="0" dirty="0">
                <a:hlinkClick r:id="rId4"/>
              </a:rPr>
              <a:t>Helmet_Detection_OCR_ANPR</a:t>
            </a:r>
            <a:endParaRPr lang="ko-KR" altLang="en-US" b="1" dirty="0">
              <a:solidFill>
                <a:srgbClr val="262626"/>
              </a:solidFill>
              <a:cs typeface="Arial" pitchFamily="34" charset="0"/>
            </a:endParaRPr>
          </a:p>
        </p:txBody>
      </p:sp>
      <p:sp>
        <p:nvSpPr>
          <p:cNvPr id="6" name="TextBox 5">
            <a:extLst>
              <a:ext uri="{FF2B5EF4-FFF2-40B4-BE49-F238E27FC236}">
                <a16:creationId xmlns:a16="http://schemas.microsoft.com/office/drawing/2014/main" id="{2A33AC77-375E-6A88-2AB0-81A43300BA80}"/>
              </a:ext>
            </a:extLst>
          </p:cNvPr>
          <p:cNvSpPr txBox="1"/>
          <p:nvPr/>
        </p:nvSpPr>
        <p:spPr>
          <a:xfrm>
            <a:off x="784003" y="4070866"/>
            <a:ext cx="1996519" cy="369332"/>
          </a:xfrm>
          <a:prstGeom prst="rect">
            <a:avLst/>
          </a:prstGeom>
          <a:noFill/>
        </p:spPr>
        <p:txBody>
          <a:bodyPr wrap="square" rtlCol="0">
            <a:spAutoFit/>
          </a:bodyPr>
          <a:lstStyle/>
          <a:p>
            <a:r>
              <a:rPr lang="en-US" dirty="0">
                <a:hlinkClick r:id="rId5"/>
              </a:rPr>
              <a:t>Project GitHub Link</a:t>
            </a:r>
            <a:endParaRPr lang="en-IN" dirty="0"/>
          </a:p>
        </p:txBody>
      </p:sp>
    </p:spTree>
    <p:extLst>
      <p:ext uri="{BB962C8B-B14F-4D97-AF65-F5344CB8AC3E}">
        <p14:creationId xmlns:p14="http://schemas.microsoft.com/office/powerpoint/2010/main" val="3778951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4818"/>
                                        </p:tgtEl>
                                        <p:attrNameLst>
                                          <p:attrName>style.visibility</p:attrName>
                                        </p:attrNameLst>
                                      </p:cBhvr>
                                      <p:to>
                                        <p:strVal val="visible"/>
                                      </p:to>
                                    </p:set>
                                    <p:animEffect transition="in" filter="wheel(1)">
                                      <p:cBhvr>
                                        <p:cTn id="7" dur="2000"/>
                                        <p:tgtEl>
                                          <p:spTgt spid="348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1218</TotalTime>
  <Words>1447</Words>
  <Application>Microsoft Office PowerPoint</Application>
  <PresentationFormat>Widescreen</PresentationFormat>
  <Paragraphs>162</Paragraphs>
  <Slides>17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Abhay Gupta</cp:lastModifiedBy>
  <cp:revision>104</cp:revision>
  <dcterms:created xsi:type="dcterms:W3CDTF">2020-12-07T16:38:03Z</dcterms:created>
  <dcterms:modified xsi:type="dcterms:W3CDTF">2025-10-29T18:48:23Z</dcterms:modified>
</cp:coreProperties>
</file>